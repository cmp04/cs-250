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92" r:id="rId5"/>
    <p:sldId id="299" r:id="rId6"/>
    <p:sldId id="297" r:id="rId7"/>
    <p:sldId id="261" r:id="rId8"/>
    <p:sldId id="298" r:id="rId9"/>
    <p:sldId id="279" r:id="rId10"/>
    <p:sldId id="293" r:id="rId11"/>
    <p:sldId id="276" r:id="rId12"/>
    <p:sldId id="295" r:id="rId13"/>
    <p:sldId id="268" r:id="rId14"/>
    <p:sldId id="300" r:id="rId15"/>
    <p:sldId id="269"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8C616-EE0D-479D-A737-908E1ED3CE3A}" v="41" dt="2026-06-22T04:36:02.339"/>
  </p1510:revLst>
</p1510:revInfo>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839" autoAdjust="0"/>
  </p:normalViewPr>
  <p:slideViewPr>
    <p:cSldViewPr snapToGrid="0" showGuides="1">
      <p:cViewPr>
        <p:scale>
          <a:sx n="79" d="100"/>
          <a:sy n="79" d="100"/>
        </p:scale>
        <p:origin x="835" y="46"/>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na, Celeste" userId="c2da0dc7-ad1e-464e-9f8f-64b059b383b1" providerId="ADAL" clId="{D3B300D3-408D-41C4-9BA2-2E7008447D39}"/>
    <pc:docChg chg="undo custSel modSld sldOrd">
      <pc:chgData name="Pauna, Celeste" userId="c2da0dc7-ad1e-464e-9f8f-64b059b383b1" providerId="ADAL" clId="{D3B300D3-408D-41C4-9BA2-2E7008447D39}" dt="2026-06-22T04:36:33.585" v="4678" actId="20577"/>
      <pc:docMkLst>
        <pc:docMk/>
      </pc:docMkLst>
      <pc:sldChg chg="addSp modSp mod">
        <pc:chgData name="Pauna, Celeste" userId="c2da0dc7-ad1e-464e-9f8f-64b059b383b1" providerId="ADAL" clId="{D3B300D3-408D-41C4-9BA2-2E7008447D39}" dt="2026-06-22T02:51:51.751" v="1685" actId="1076"/>
        <pc:sldMkLst>
          <pc:docMk/>
          <pc:sldMk cId="3666674671" sldId="261"/>
        </pc:sldMkLst>
        <pc:spChg chg="mod">
          <ac:chgData name="Pauna, Celeste" userId="c2da0dc7-ad1e-464e-9f8f-64b059b383b1" providerId="ADAL" clId="{D3B300D3-408D-41C4-9BA2-2E7008447D39}" dt="2026-06-22T02:51:51.751" v="1685" actId="1076"/>
          <ac:spMkLst>
            <pc:docMk/>
            <pc:sldMk cId="3666674671" sldId="261"/>
            <ac:spMk id="2" creationId="{9635F5E3-2B1C-7C0A-8581-67A9052D13AA}"/>
          </ac:spMkLst>
        </pc:spChg>
        <pc:spChg chg="mod">
          <ac:chgData name="Pauna, Celeste" userId="c2da0dc7-ad1e-464e-9f8f-64b059b383b1" providerId="ADAL" clId="{D3B300D3-408D-41C4-9BA2-2E7008447D39}" dt="2026-06-22T01:05:40.893" v="1682" actId="20577"/>
          <ac:spMkLst>
            <pc:docMk/>
            <pc:sldMk cId="3666674671" sldId="261"/>
            <ac:spMk id="3" creationId="{A6A33159-D030-2F82-A142-F75940728319}"/>
          </ac:spMkLst>
        </pc:spChg>
        <pc:spChg chg="add mod">
          <ac:chgData name="Pauna, Celeste" userId="c2da0dc7-ad1e-464e-9f8f-64b059b383b1" providerId="ADAL" clId="{D3B300D3-408D-41C4-9BA2-2E7008447D39}" dt="2026-06-22T02:51:40.475" v="1683" actId="1076"/>
          <ac:spMkLst>
            <pc:docMk/>
            <pc:sldMk cId="3666674671" sldId="261"/>
            <ac:spMk id="5" creationId="{D6AA506B-F98F-E5E1-B0CC-D228F6A0FD53}"/>
          </ac:spMkLst>
        </pc:spChg>
      </pc:sldChg>
      <pc:sldChg chg="addSp delSp modSp mod modClrScheme chgLayout">
        <pc:chgData name="Pauna, Celeste" userId="c2da0dc7-ad1e-464e-9f8f-64b059b383b1" providerId="ADAL" clId="{D3B300D3-408D-41C4-9BA2-2E7008447D39}" dt="2026-06-22T04:09:24.869" v="3953" actId="1076"/>
        <pc:sldMkLst>
          <pc:docMk/>
          <pc:sldMk cId="4259977132" sldId="268"/>
        </pc:sldMkLst>
        <pc:spChg chg="mod">
          <ac:chgData name="Pauna, Celeste" userId="c2da0dc7-ad1e-464e-9f8f-64b059b383b1" providerId="ADAL" clId="{D3B300D3-408D-41C4-9BA2-2E7008447D39}" dt="2026-06-22T04:08:45.883" v="3942" actId="20577"/>
          <ac:spMkLst>
            <pc:docMk/>
            <pc:sldMk cId="4259977132" sldId="268"/>
            <ac:spMk id="2" creationId="{B7545968-70F7-0180-6448-3547E442EF4A}"/>
          </ac:spMkLst>
        </pc:spChg>
        <pc:spChg chg="mod ord">
          <ac:chgData name="Pauna, Celeste" userId="c2da0dc7-ad1e-464e-9f8f-64b059b383b1" providerId="ADAL" clId="{D3B300D3-408D-41C4-9BA2-2E7008447D39}" dt="2026-06-22T04:07:11.629" v="3849" actId="26606"/>
          <ac:spMkLst>
            <pc:docMk/>
            <pc:sldMk cId="4259977132" sldId="268"/>
            <ac:spMk id="3" creationId="{ADDFE8A8-4537-F7A1-3BF9-834AEFE3EA1A}"/>
          </ac:spMkLst>
        </pc:spChg>
        <pc:spChg chg="add del mod">
          <ac:chgData name="Pauna, Celeste" userId="c2da0dc7-ad1e-464e-9f8f-64b059b383b1" providerId="ADAL" clId="{D3B300D3-408D-41C4-9BA2-2E7008447D39}" dt="2026-06-22T04:07:06.799" v="3848" actId="931"/>
          <ac:spMkLst>
            <pc:docMk/>
            <pc:sldMk cId="4259977132" sldId="268"/>
            <ac:spMk id="5" creationId="{1DB1181F-E80D-18E2-6E08-ED3A2B867149}"/>
          </ac:spMkLst>
        </pc:spChg>
        <pc:spChg chg="mod">
          <ac:chgData name="Pauna, Celeste" userId="c2da0dc7-ad1e-464e-9f8f-64b059b383b1" providerId="ADAL" clId="{D3B300D3-408D-41C4-9BA2-2E7008447D39}" dt="2026-06-22T04:09:24.869" v="3953" actId="1076"/>
          <ac:spMkLst>
            <pc:docMk/>
            <pc:sldMk cId="4259977132" sldId="268"/>
            <ac:spMk id="10" creationId="{19DA784D-F56F-1224-707E-9F882C4EB8A1}"/>
          </ac:spMkLst>
        </pc:spChg>
        <pc:graphicFrameChg chg="del modGraphic">
          <ac:chgData name="Pauna, Celeste" userId="c2da0dc7-ad1e-464e-9f8f-64b059b383b1" providerId="ADAL" clId="{D3B300D3-408D-41C4-9BA2-2E7008447D39}" dt="2026-06-22T04:06:57.523" v="3847" actId="478"/>
          <ac:graphicFrameMkLst>
            <pc:docMk/>
            <pc:sldMk cId="4259977132" sldId="268"/>
            <ac:graphicFrameMk id="14" creationId="{1469BF76-5E71-DF2A-4804-7A26E9D95C80}"/>
          </ac:graphicFrameMkLst>
        </pc:graphicFrameChg>
        <pc:picChg chg="add mod ord">
          <ac:chgData name="Pauna, Celeste" userId="c2da0dc7-ad1e-464e-9f8f-64b059b383b1" providerId="ADAL" clId="{D3B300D3-408D-41C4-9BA2-2E7008447D39}" dt="2026-06-22T04:09:15.188" v="3951" actId="1076"/>
          <ac:picMkLst>
            <pc:docMk/>
            <pc:sldMk cId="4259977132" sldId="268"/>
            <ac:picMk id="7" creationId="{E627B8F4-4A3C-521B-3F15-0572D404D278}"/>
          </ac:picMkLst>
        </pc:picChg>
      </pc:sldChg>
      <pc:sldChg chg="addSp delSp modSp mod modClrScheme chgLayout">
        <pc:chgData name="Pauna, Celeste" userId="c2da0dc7-ad1e-464e-9f8f-64b059b383b1" providerId="ADAL" clId="{D3B300D3-408D-41C4-9BA2-2E7008447D39}" dt="2026-06-22T04:24:25.348" v="4543" actId="1076"/>
        <pc:sldMkLst>
          <pc:docMk/>
          <pc:sldMk cId="3604630649" sldId="269"/>
        </pc:sldMkLst>
        <pc:spChg chg="mod">
          <ac:chgData name="Pauna, Celeste" userId="c2da0dc7-ad1e-464e-9f8f-64b059b383b1" providerId="ADAL" clId="{D3B300D3-408D-41C4-9BA2-2E7008447D39}" dt="2026-06-22T04:24:18.194" v="4542" actId="1076"/>
          <ac:spMkLst>
            <pc:docMk/>
            <pc:sldMk cId="3604630649" sldId="269"/>
            <ac:spMk id="2" creationId="{D1FC59F6-9B22-C211-4B4C-A2FD4B914C46}"/>
          </ac:spMkLst>
        </pc:spChg>
        <pc:spChg chg="mod">
          <ac:chgData name="Pauna, Celeste" userId="c2da0dc7-ad1e-464e-9f8f-64b059b383b1" providerId="ADAL" clId="{D3B300D3-408D-41C4-9BA2-2E7008447D39}" dt="2026-06-22T04:10:09.863" v="3978" actId="26606"/>
          <ac:spMkLst>
            <pc:docMk/>
            <pc:sldMk cId="3604630649" sldId="269"/>
            <ac:spMk id="3" creationId="{C5231D8C-5C7D-BFD9-19A4-7628C1400A37}"/>
          </ac:spMkLst>
        </pc:spChg>
        <pc:spChg chg="add del mod">
          <ac:chgData name="Pauna, Celeste" userId="c2da0dc7-ad1e-464e-9f8f-64b059b383b1" providerId="ADAL" clId="{D3B300D3-408D-41C4-9BA2-2E7008447D39}" dt="2026-06-22T04:13:00.113" v="3987" actId="931"/>
          <ac:spMkLst>
            <pc:docMk/>
            <pc:sldMk cId="3604630649" sldId="269"/>
            <ac:spMk id="7" creationId="{04183516-3034-C48C-6668-808E7BDF7931}"/>
          </ac:spMkLst>
        </pc:spChg>
        <pc:spChg chg="add mod">
          <ac:chgData name="Pauna, Celeste" userId="c2da0dc7-ad1e-464e-9f8f-64b059b383b1" providerId="ADAL" clId="{D3B300D3-408D-41C4-9BA2-2E7008447D39}" dt="2026-06-22T04:24:25.348" v="4543" actId="1076"/>
          <ac:spMkLst>
            <pc:docMk/>
            <pc:sldMk cId="3604630649" sldId="269"/>
            <ac:spMk id="10" creationId="{4EDA0FC5-960D-D5FA-4434-C6AB320858D4}"/>
          </ac:spMkLst>
        </pc:spChg>
        <pc:spChg chg="add mod">
          <ac:chgData name="Pauna, Celeste" userId="c2da0dc7-ad1e-464e-9f8f-64b059b383b1" providerId="ADAL" clId="{D3B300D3-408D-41C4-9BA2-2E7008447D39}" dt="2026-06-22T04:24:14.415" v="4541" actId="1076"/>
          <ac:spMkLst>
            <pc:docMk/>
            <pc:sldMk cId="3604630649" sldId="269"/>
            <ac:spMk id="11" creationId="{84A91D5B-940F-8FBA-F65C-418D72B3CA42}"/>
          </ac:spMkLst>
        </pc:spChg>
        <pc:spChg chg="add del mod">
          <ac:chgData name="Pauna, Celeste" userId="c2da0dc7-ad1e-464e-9f8f-64b059b383b1" providerId="ADAL" clId="{D3B300D3-408D-41C4-9BA2-2E7008447D39}" dt="2026-06-22T04:12:05.851" v="3979" actId="931"/>
          <ac:spMkLst>
            <pc:docMk/>
            <pc:sldMk cId="3604630649" sldId="269"/>
            <ac:spMk id="21" creationId="{278BA96E-0DFB-46E7-E4B9-AB95B229426D}"/>
          </ac:spMkLst>
        </pc:spChg>
        <pc:graphicFrameChg chg="add del mod ord modGraphic">
          <ac:chgData name="Pauna, Celeste" userId="c2da0dc7-ad1e-464e-9f8f-64b059b383b1" providerId="ADAL" clId="{D3B300D3-408D-41C4-9BA2-2E7008447D39}" dt="2026-06-22T04:12:48.393" v="3986" actId="478"/>
          <ac:graphicFrameMkLst>
            <pc:docMk/>
            <pc:sldMk cId="3604630649" sldId="269"/>
            <ac:graphicFrameMk id="16" creationId="{6CB67956-A6C3-FCDF-EC78-F79D90449E96}"/>
          </ac:graphicFrameMkLst>
        </pc:graphicFrameChg>
        <pc:picChg chg="add mod">
          <ac:chgData name="Pauna, Celeste" userId="c2da0dc7-ad1e-464e-9f8f-64b059b383b1" providerId="ADAL" clId="{D3B300D3-408D-41C4-9BA2-2E7008447D39}" dt="2026-06-22T04:12:19.639" v="3982" actId="1076"/>
          <ac:picMkLst>
            <pc:docMk/>
            <pc:sldMk cId="3604630649" sldId="269"/>
            <ac:picMk id="5" creationId="{138DAF4B-5E61-F473-158C-EE18DC145119}"/>
          </ac:picMkLst>
        </pc:picChg>
        <pc:picChg chg="add mod">
          <ac:chgData name="Pauna, Celeste" userId="c2da0dc7-ad1e-464e-9f8f-64b059b383b1" providerId="ADAL" clId="{D3B300D3-408D-41C4-9BA2-2E7008447D39}" dt="2026-06-22T04:19:35.288" v="4265" actId="1076"/>
          <ac:picMkLst>
            <pc:docMk/>
            <pc:sldMk cId="3604630649" sldId="269"/>
            <ac:picMk id="9" creationId="{A39CEA63-AC0F-B743-919D-22B8A38088CD}"/>
          </ac:picMkLst>
        </pc:picChg>
      </pc:sldChg>
      <pc:sldChg chg="addSp delSp modSp mod">
        <pc:chgData name="Pauna, Celeste" userId="c2da0dc7-ad1e-464e-9f8f-64b059b383b1" providerId="ADAL" clId="{D3B300D3-408D-41C4-9BA2-2E7008447D39}" dt="2026-06-22T04:29:30.144" v="4636" actId="20577"/>
        <pc:sldMkLst>
          <pc:docMk/>
          <pc:sldMk cId="77554804" sldId="276"/>
        </pc:sldMkLst>
        <pc:spChg chg="add del mod">
          <ac:chgData name="Pauna, Celeste" userId="c2da0dc7-ad1e-464e-9f8f-64b059b383b1" providerId="ADAL" clId="{D3B300D3-408D-41C4-9BA2-2E7008447D39}" dt="2026-06-22T03:42:08.705" v="3029" actId="931"/>
          <ac:spMkLst>
            <pc:docMk/>
            <pc:sldMk cId="77554804" sldId="276"/>
            <ac:spMk id="4" creationId="{31A97BED-3CA6-AA3F-146E-19D0E34CEE29}"/>
          </ac:spMkLst>
        </pc:spChg>
        <pc:spChg chg="mod">
          <ac:chgData name="Pauna, Celeste" userId="c2da0dc7-ad1e-464e-9f8f-64b059b383b1" providerId="ADAL" clId="{D3B300D3-408D-41C4-9BA2-2E7008447D39}" dt="2026-06-22T03:42:35.223" v="3035" actId="1076"/>
          <ac:spMkLst>
            <pc:docMk/>
            <pc:sldMk cId="77554804" sldId="276"/>
            <ac:spMk id="5" creationId="{81D18537-D028-9E9C-FB87-93F24955DFC7}"/>
          </ac:spMkLst>
        </pc:spChg>
        <pc:spChg chg="add mod">
          <ac:chgData name="Pauna, Celeste" userId="c2da0dc7-ad1e-464e-9f8f-64b059b383b1" providerId="ADAL" clId="{D3B300D3-408D-41C4-9BA2-2E7008447D39}" dt="2026-06-22T03:52:10.765" v="3404" actId="1076"/>
          <ac:spMkLst>
            <pc:docMk/>
            <pc:sldMk cId="77554804" sldId="276"/>
            <ac:spMk id="8" creationId="{3C62E1AE-5174-27A0-6A6C-3B53E03B0A92}"/>
          </ac:spMkLst>
        </pc:spChg>
        <pc:spChg chg="add mod">
          <ac:chgData name="Pauna, Celeste" userId="c2da0dc7-ad1e-464e-9f8f-64b059b383b1" providerId="ADAL" clId="{D3B300D3-408D-41C4-9BA2-2E7008447D39}" dt="2026-06-22T03:47:32.825" v="3211" actId="255"/>
          <ac:spMkLst>
            <pc:docMk/>
            <pc:sldMk cId="77554804" sldId="276"/>
            <ac:spMk id="10" creationId="{EFB90635-5AC1-E1FE-1D35-3092DA174A7C}"/>
          </ac:spMkLst>
        </pc:spChg>
        <pc:spChg chg="add mod">
          <ac:chgData name="Pauna, Celeste" userId="c2da0dc7-ad1e-464e-9f8f-64b059b383b1" providerId="ADAL" clId="{D3B300D3-408D-41C4-9BA2-2E7008447D39}" dt="2026-06-22T04:29:30.144" v="4636" actId="20577"/>
          <ac:spMkLst>
            <pc:docMk/>
            <pc:sldMk cId="77554804" sldId="276"/>
            <ac:spMk id="11" creationId="{8DC14AA5-D2A0-7B94-770C-0B424A24562F}"/>
          </ac:spMkLst>
        </pc:spChg>
        <pc:spChg chg="add mod">
          <ac:chgData name="Pauna, Celeste" userId="c2da0dc7-ad1e-464e-9f8f-64b059b383b1" providerId="ADAL" clId="{D3B300D3-408D-41C4-9BA2-2E7008447D39}" dt="2026-06-22T03:47:42.998" v="3213" actId="767"/>
          <ac:spMkLst>
            <pc:docMk/>
            <pc:sldMk cId="77554804" sldId="276"/>
            <ac:spMk id="13" creationId="{5F535B16-C604-C351-1F04-F35A96FFF87B}"/>
          </ac:spMkLst>
        </pc:spChg>
        <pc:spChg chg="add mod">
          <ac:chgData name="Pauna, Celeste" userId="c2da0dc7-ad1e-464e-9f8f-64b059b383b1" providerId="ADAL" clId="{D3B300D3-408D-41C4-9BA2-2E7008447D39}" dt="2026-06-22T03:52:03.057" v="3402" actId="1076"/>
          <ac:spMkLst>
            <pc:docMk/>
            <pc:sldMk cId="77554804" sldId="276"/>
            <ac:spMk id="14" creationId="{58B70C50-6E31-0788-512F-F8A61B97B1DB}"/>
          </ac:spMkLst>
        </pc:spChg>
        <pc:spChg chg="mod">
          <ac:chgData name="Pauna, Celeste" userId="c2da0dc7-ad1e-464e-9f8f-64b059b383b1" providerId="ADAL" clId="{D3B300D3-408D-41C4-9BA2-2E7008447D39}" dt="2026-06-22T03:46:45.906" v="3203" actId="20577"/>
          <ac:spMkLst>
            <pc:docMk/>
            <pc:sldMk cId="77554804" sldId="276"/>
            <ac:spMk id="20" creationId="{CC0093B1-77CC-1E61-FB22-E136F94EABD2}"/>
          </ac:spMkLst>
        </pc:spChg>
        <pc:picChg chg="add mod">
          <ac:chgData name="Pauna, Celeste" userId="c2da0dc7-ad1e-464e-9f8f-64b059b383b1" providerId="ADAL" clId="{D3B300D3-408D-41C4-9BA2-2E7008447D39}" dt="2026-06-22T03:44:47.317" v="3054" actId="1076"/>
          <ac:picMkLst>
            <pc:docMk/>
            <pc:sldMk cId="77554804" sldId="276"/>
            <ac:picMk id="7" creationId="{84B0A3BA-F35E-FA97-318E-F83C963701BA}"/>
          </ac:picMkLst>
        </pc:picChg>
        <pc:picChg chg="del">
          <ac:chgData name="Pauna, Celeste" userId="c2da0dc7-ad1e-464e-9f8f-64b059b383b1" providerId="ADAL" clId="{D3B300D3-408D-41C4-9BA2-2E7008447D39}" dt="2026-06-22T03:41:27.520" v="3028" actId="21"/>
          <ac:picMkLst>
            <pc:docMk/>
            <pc:sldMk cId="77554804" sldId="276"/>
            <ac:picMk id="12" creationId="{8C4B5C6A-45B4-1976-622A-4CEB4E3211BC}"/>
          </ac:picMkLst>
        </pc:picChg>
      </pc:sldChg>
      <pc:sldChg chg="addSp modSp mod">
        <pc:chgData name="Pauna, Celeste" userId="c2da0dc7-ad1e-464e-9f8f-64b059b383b1" providerId="ADAL" clId="{D3B300D3-408D-41C4-9BA2-2E7008447D39}" dt="2026-06-22T03:32:51.341" v="2628" actId="20577"/>
        <pc:sldMkLst>
          <pc:docMk/>
          <pc:sldMk cId="1246021298" sldId="279"/>
        </pc:sldMkLst>
        <pc:spChg chg="mod">
          <ac:chgData name="Pauna, Celeste" userId="c2da0dc7-ad1e-464e-9f8f-64b059b383b1" providerId="ADAL" clId="{D3B300D3-408D-41C4-9BA2-2E7008447D39}" dt="2026-06-22T03:21:58.031" v="2496" actId="313"/>
          <ac:spMkLst>
            <pc:docMk/>
            <pc:sldMk cId="1246021298" sldId="279"/>
            <ac:spMk id="3" creationId="{4379BBF1-9BC2-6DCE-0154-8873469878A5}"/>
          </ac:spMkLst>
        </pc:spChg>
        <pc:spChg chg="add mod">
          <ac:chgData name="Pauna, Celeste" userId="c2da0dc7-ad1e-464e-9f8f-64b059b383b1" providerId="ADAL" clId="{D3B300D3-408D-41C4-9BA2-2E7008447D39}" dt="2026-06-22T03:31:53.417" v="2616" actId="1076"/>
          <ac:spMkLst>
            <pc:docMk/>
            <pc:sldMk cId="1246021298" sldId="279"/>
            <ac:spMk id="7" creationId="{E3799D5C-718D-4322-FC4C-774D67E2AE01}"/>
          </ac:spMkLst>
        </pc:spChg>
        <pc:spChg chg="add mod">
          <ac:chgData name="Pauna, Celeste" userId="c2da0dc7-ad1e-464e-9f8f-64b059b383b1" providerId="ADAL" clId="{D3B300D3-408D-41C4-9BA2-2E7008447D39}" dt="2026-06-22T03:32:51.341" v="2628" actId="20577"/>
          <ac:spMkLst>
            <pc:docMk/>
            <pc:sldMk cId="1246021298" sldId="279"/>
            <ac:spMk id="8" creationId="{2FCCF03D-E3EE-7E3D-83B1-92CD3DF40E4F}"/>
          </ac:spMkLst>
        </pc:spChg>
        <pc:spChg chg="mod">
          <ac:chgData name="Pauna, Celeste" userId="c2da0dc7-ad1e-464e-9f8f-64b059b383b1" providerId="ADAL" clId="{D3B300D3-408D-41C4-9BA2-2E7008447D39}" dt="2026-06-22T03:29:45.297" v="2610" actId="1076"/>
          <ac:spMkLst>
            <pc:docMk/>
            <pc:sldMk cId="1246021298" sldId="279"/>
            <ac:spMk id="10" creationId="{633B199B-AFAF-FCA4-CEA7-D9E73D7079E5}"/>
          </ac:spMkLst>
        </pc:spChg>
        <pc:graphicFrameChg chg="mod">
          <ac:chgData name="Pauna, Celeste" userId="c2da0dc7-ad1e-464e-9f8f-64b059b383b1" providerId="ADAL" clId="{D3B300D3-408D-41C4-9BA2-2E7008447D39}" dt="2026-06-22T03:18:43.098" v="2447" actId="1076"/>
          <ac:graphicFrameMkLst>
            <pc:docMk/>
            <pc:sldMk cId="1246021298" sldId="279"/>
            <ac:graphicFrameMk id="11" creationId="{A9E2E0E1-AAB8-A475-781D-7E66AD5CFE21}"/>
          </ac:graphicFrameMkLst>
        </pc:graphicFrameChg>
        <pc:picChg chg="add mod">
          <ac:chgData name="Pauna, Celeste" userId="c2da0dc7-ad1e-464e-9f8f-64b059b383b1" providerId="ADAL" clId="{D3B300D3-408D-41C4-9BA2-2E7008447D39}" dt="2026-06-22T03:29:57.497" v="2611" actId="1076"/>
          <ac:picMkLst>
            <pc:docMk/>
            <pc:sldMk cId="1246021298" sldId="279"/>
            <ac:picMk id="5" creationId="{2F4D11D0-72E3-32C6-92E3-787772C31831}"/>
          </ac:picMkLst>
        </pc:picChg>
      </pc:sldChg>
      <pc:sldChg chg="modSp mod">
        <pc:chgData name="Pauna, Celeste" userId="c2da0dc7-ad1e-464e-9f8f-64b059b383b1" providerId="ADAL" clId="{D3B300D3-408D-41C4-9BA2-2E7008447D39}" dt="2026-06-22T04:36:33.585" v="4678" actId="20577"/>
        <pc:sldMkLst>
          <pc:docMk/>
          <pc:sldMk cId="529279411" sldId="289"/>
        </pc:sldMkLst>
        <pc:spChg chg="mod">
          <ac:chgData name="Pauna, Celeste" userId="c2da0dc7-ad1e-464e-9f8f-64b059b383b1" providerId="ADAL" clId="{D3B300D3-408D-41C4-9BA2-2E7008447D39}" dt="2026-06-22T04:33:57.889" v="4646" actId="1076"/>
          <ac:spMkLst>
            <pc:docMk/>
            <pc:sldMk cId="529279411" sldId="289"/>
            <ac:spMk id="24" creationId="{AD2C8D04-263D-9589-1CFF-A5968D7C33D7}"/>
          </ac:spMkLst>
        </pc:spChg>
        <pc:spChg chg="mod">
          <ac:chgData name="Pauna, Celeste" userId="c2da0dc7-ad1e-464e-9f8f-64b059b383b1" providerId="ADAL" clId="{D3B300D3-408D-41C4-9BA2-2E7008447D39}" dt="2026-06-22T04:36:33.585" v="4678" actId="20577"/>
          <ac:spMkLst>
            <pc:docMk/>
            <pc:sldMk cId="529279411" sldId="289"/>
            <ac:spMk id="25" creationId="{B993E4D5-4AD0-4740-096D-6822944C8FF6}"/>
          </ac:spMkLst>
        </pc:spChg>
      </pc:sldChg>
      <pc:sldChg chg="addSp modSp mod ord">
        <pc:chgData name="Pauna, Celeste" userId="c2da0dc7-ad1e-464e-9f8f-64b059b383b1" providerId="ADAL" clId="{D3B300D3-408D-41C4-9BA2-2E7008447D39}" dt="2026-06-22T03:40:47.532" v="3011"/>
        <pc:sldMkLst>
          <pc:docMk/>
          <pc:sldMk cId="4182148033" sldId="293"/>
        </pc:sldMkLst>
        <pc:spChg chg="add mod">
          <ac:chgData name="Pauna, Celeste" userId="c2da0dc7-ad1e-464e-9f8f-64b059b383b1" providerId="ADAL" clId="{D3B300D3-408D-41C4-9BA2-2E7008447D39}" dt="2026-06-22T03:39:49.604" v="3002" actId="1076"/>
          <ac:spMkLst>
            <pc:docMk/>
            <pc:sldMk cId="4182148033" sldId="293"/>
            <ac:spMk id="3" creationId="{F8EAB87F-2B66-2C35-FAB5-819B1EECBBE4}"/>
          </ac:spMkLst>
        </pc:spChg>
        <pc:spChg chg="add mod">
          <ac:chgData name="Pauna, Celeste" userId="c2da0dc7-ad1e-464e-9f8f-64b059b383b1" providerId="ADAL" clId="{D3B300D3-408D-41C4-9BA2-2E7008447D39}" dt="2026-06-22T03:40:34.662" v="3009" actId="1076"/>
          <ac:spMkLst>
            <pc:docMk/>
            <pc:sldMk cId="4182148033" sldId="293"/>
            <ac:spMk id="4" creationId="{D4F643F0-5A5A-A6E0-5281-2B2D556C48DD}"/>
          </ac:spMkLst>
        </pc:spChg>
        <pc:spChg chg="mod">
          <ac:chgData name="Pauna, Celeste" userId="c2da0dc7-ad1e-464e-9f8f-64b059b383b1" providerId="ADAL" clId="{D3B300D3-408D-41C4-9BA2-2E7008447D39}" dt="2026-06-22T03:36:14.721" v="2847" actId="27636"/>
          <ac:spMkLst>
            <pc:docMk/>
            <pc:sldMk cId="4182148033" sldId="293"/>
            <ac:spMk id="43" creationId="{520E98B6-7B33-8FD4-A662-31DD4B85E22E}"/>
          </ac:spMkLst>
        </pc:spChg>
        <pc:spChg chg="mod">
          <ac:chgData name="Pauna, Celeste" userId="c2da0dc7-ad1e-464e-9f8f-64b059b383b1" providerId="ADAL" clId="{D3B300D3-408D-41C4-9BA2-2E7008447D39}" dt="2026-06-22T03:39:22.560" v="2995" actId="313"/>
          <ac:spMkLst>
            <pc:docMk/>
            <pc:sldMk cId="4182148033" sldId="293"/>
            <ac:spMk id="44" creationId="{78466807-A2DA-EC5D-ACDE-B83D6F7169EA}"/>
          </ac:spMkLst>
        </pc:spChg>
        <pc:spChg chg="mod">
          <ac:chgData name="Pauna, Celeste" userId="c2da0dc7-ad1e-464e-9f8f-64b059b383b1" providerId="ADAL" clId="{D3B300D3-408D-41C4-9BA2-2E7008447D39}" dt="2026-06-22T03:33:28.237" v="2662" actId="20577"/>
          <ac:spMkLst>
            <pc:docMk/>
            <pc:sldMk cId="4182148033" sldId="293"/>
            <ac:spMk id="60" creationId="{0031CE36-F77D-3964-C169-771DBA49D28A}"/>
          </ac:spMkLst>
        </pc:spChg>
      </pc:sldChg>
      <pc:sldChg chg="addSp delSp modSp mod ord">
        <pc:chgData name="Pauna, Celeste" userId="c2da0dc7-ad1e-464e-9f8f-64b059b383b1" providerId="ADAL" clId="{D3B300D3-408D-41C4-9BA2-2E7008447D39}" dt="2026-06-22T04:01:23.908" v="3845" actId="20577"/>
        <pc:sldMkLst>
          <pc:docMk/>
          <pc:sldMk cId="2519727083" sldId="295"/>
        </pc:sldMkLst>
        <pc:spChg chg="add mod">
          <ac:chgData name="Pauna, Celeste" userId="c2da0dc7-ad1e-464e-9f8f-64b059b383b1" providerId="ADAL" clId="{D3B300D3-408D-41C4-9BA2-2E7008447D39}" dt="2026-06-22T03:56:52.076" v="3696" actId="1076"/>
          <ac:spMkLst>
            <pc:docMk/>
            <pc:sldMk cId="2519727083" sldId="295"/>
            <ac:spMk id="4" creationId="{33E98332-1655-50AA-4271-3CB8DFE492F6}"/>
          </ac:spMkLst>
        </pc:spChg>
        <pc:spChg chg="add del mod">
          <ac:chgData name="Pauna, Celeste" userId="c2da0dc7-ad1e-464e-9f8f-64b059b383b1" providerId="ADAL" clId="{D3B300D3-408D-41C4-9BA2-2E7008447D39}" dt="2026-06-22T03:56:35.026" v="3691"/>
          <ac:spMkLst>
            <pc:docMk/>
            <pc:sldMk cId="2519727083" sldId="295"/>
            <ac:spMk id="5" creationId="{332B5702-2B96-BDB6-F24D-7856F8DD55BB}"/>
          </ac:spMkLst>
        </pc:spChg>
        <pc:spChg chg="add mod">
          <ac:chgData name="Pauna, Celeste" userId="c2da0dc7-ad1e-464e-9f8f-64b059b383b1" providerId="ADAL" clId="{D3B300D3-408D-41C4-9BA2-2E7008447D39}" dt="2026-06-22T04:01:23.908" v="3845" actId="20577"/>
          <ac:spMkLst>
            <pc:docMk/>
            <pc:sldMk cId="2519727083" sldId="295"/>
            <ac:spMk id="6" creationId="{FEB6228C-75DC-AF5B-3228-7B8AD987557D}"/>
          </ac:spMkLst>
        </pc:spChg>
        <pc:spChg chg="mod">
          <ac:chgData name="Pauna, Celeste" userId="c2da0dc7-ad1e-464e-9f8f-64b059b383b1" providerId="ADAL" clId="{D3B300D3-408D-41C4-9BA2-2E7008447D39}" dt="2026-06-22T04:01:01.905" v="3841" actId="20577"/>
          <ac:spMkLst>
            <pc:docMk/>
            <pc:sldMk cId="2519727083" sldId="295"/>
            <ac:spMk id="8" creationId="{721E73BA-53B9-C0C1-476A-00736A64AB79}"/>
          </ac:spMkLst>
        </pc:spChg>
        <pc:spChg chg="mod">
          <ac:chgData name="Pauna, Celeste" userId="c2da0dc7-ad1e-464e-9f8f-64b059b383b1" providerId="ADAL" clId="{D3B300D3-408D-41C4-9BA2-2E7008447D39}" dt="2026-06-22T04:01:06.477" v="3842" actId="1076"/>
          <ac:spMkLst>
            <pc:docMk/>
            <pc:sldMk cId="2519727083" sldId="295"/>
            <ac:spMk id="13" creationId="{DEB5763E-8BC0-F6C3-3814-6649A828C000}"/>
          </ac:spMkLst>
        </pc:spChg>
        <pc:spChg chg="mod">
          <ac:chgData name="Pauna, Celeste" userId="c2da0dc7-ad1e-464e-9f8f-64b059b383b1" providerId="ADAL" clId="{D3B300D3-408D-41C4-9BA2-2E7008447D39}" dt="2026-06-22T03:56:38.757" v="3692" actId="1076"/>
          <ac:spMkLst>
            <pc:docMk/>
            <pc:sldMk cId="2519727083" sldId="295"/>
            <ac:spMk id="14" creationId="{C78180D0-1AB6-8416-0EB1-10648E1A6050}"/>
          </ac:spMkLst>
        </pc:spChg>
      </pc:sldChg>
      <pc:sldChg chg="addSp delSp modSp mod">
        <pc:chgData name="Pauna, Celeste" userId="c2da0dc7-ad1e-464e-9f8f-64b059b383b1" providerId="ADAL" clId="{D3B300D3-408D-41C4-9BA2-2E7008447D39}" dt="2026-06-22T04:27:32.515" v="4632" actId="20577"/>
        <pc:sldMkLst>
          <pc:docMk/>
          <pc:sldMk cId="3530111904" sldId="297"/>
        </pc:sldMkLst>
        <pc:spChg chg="mod">
          <ac:chgData name="Pauna, Celeste" userId="c2da0dc7-ad1e-464e-9f8f-64b059b383b1" providerId="ADAL" clId="{D3B300D3-408D-41C4-9BA2-2E7008447D39}" dt="2026-06-22T00:50:39.260" v="934" actId="1076"/>
          <ac:spMkLst>
            <pc:docMk/>
            <pc:sldMk cId="3530111904" sldId="297"/>
            <ac:spMk id="2" creationId="{AAF2A73C-F597-27B7-8F29-D6406DC4DB9A}"/>
          </ac:spMkLst>
        </pc:spChg>
        <pc:spChg chg="mod">
          <ac:chgData name="Pauna, Celeste" userId="c2da0dc7-ad1e-464e-9f8f-64b059b383b1" providerId="ADAL" clId="{D3B300D3-408D-41C4-9BA2-2E7008447D39}" dt="2026-06-22T04:27:21.023" v="4623" actId="20577"/>
          <ac:spMkLst>
            <pc:docMk/>
            <pc:sldMk cId="3530111904" sldId="297"/>
            <ac:spMk id="3" creationId="{AC190503-C2C6-37F4-4636-9B4A8A3DE4EB}"/>
          </ac:spMkLst>
        </pc:spChg>
        <pc:spChg chg="add mod">
          <ac:chgData name="Pauna, Celeste" userId="c2da0dc7-ad1e-464e-9f8f-64b059b383b1" providerId="ADAL" clId="{D3B300D3-408D-41C4-9BA2-2E7008447D39}" dt="2026-06-22T04:27:32.515" v="4632" actId="20577"/>
          <ac:spMkLst>
            <pc:docMk/>
            <pc:sldMk cId="3530111904" sldId="297"/>
            <ac:spMk id="4" creationId="{EBFA4650-0A6F-5FB4-9F6C-9811AA1D720B}"/>
          </ac:spMkLst>
        </pc:spChg>
        <pc:spChg chg="add del">
          <ac:chgData name="Pauna, Celeste" userId="c2da0dc7-ad1e-464e-9f8f-64b059b383b1" providerId="ADAL" clId="{D3B300D3-408D-41C4-9BA2-2E7008447D39}" dt="2026-06-22T00:49:12.940" v="905" actId="22"/>
          <ac:spMkLst>
            <pc:docMk/>
            <pc:sldMk cId="3530111904" sldId="297"/>
            <ac:spMk id="6" creationId="{61B8C7E6-90A9-C29D-43EE-5CAF92C9D5FF}"/>
          </ac:spMkLst>
        </pc:spChg>
        <pc:spChg chg="add mod">
          <ac:chgData name="Pauna, Celeste" userId="c2da0dc7-ad1e-464e-9f8f-64b059b383b1" providerId="ADAL" clId="{D3B300D3-408D-41C4-9BA2-2E7008447D39}" dt="2026-06-22T00:51:07.005" v="938" actId="1076"/>
          <ac:spMkLst>
            <pc:docMk/>
            <pc:sldMk cId="3530111904" sldId="297"/>
            <ac:spMk id="7" creationId="{4DDACA1A-4E08-08E6-F9D2-28A068AE0414}"/>
          </ac:spMkLst>
        </pc:spChg>
        <pc:spChg chg="add del mod">
          <ac:chgData name="Pauna, Celeste" userId="c2da0dc7-ad1e-464e-9f8f-64b059b383b1" providerId="ADAL" clId="{D3B300D3-408D-41C4-9BA2-2E7008447D39}" dt="2026-06-22T00:53:28.396" v="953" actId="1076"/>
          <ac:spMkLst>
            <pc:docMk/>
            <pc:sldMk cId="3530111904" sldId="297"/>
            <ac:spMk id="8" creationId="{EEADEAC2-ADC8-2A9F-BC7D-5FAEEC280CB3}"/>
          </ac:spMkLst>
        </pc:spChg>
        <pc:spChg chg="add mod">
          <ac:chgData name="Pauna, Celeste" userId="c2da0dc7-ad1e-464e-9f8f-64b059b383b1" providerId="ADAL" clId="{D3B300D3-408D-41C4-9BA2-2E7008447D39}" dt="2026-06-22T00:54:14.443" v="960" actId="255"/>
          <ac:spMkLst>
            <pc:docMk/>
            <pc:sldMk cId="3530111904" sldId="297"/>
            <ac:spMk id="9" creationId="{944B3D36-7270-3856-CA4E-8EC242D31EFF}"/>
          </ac:spMkLst>
        </pc:spChg>
      </pc:sldChg>
      <pc:sldChg chg="addSp modSp mod">
        <pc:chgData name="Pauna, Celeste" userId="c2da0dc7-ad1e-464e-9f8f-64b059b383b1" providerId="ADAL" clId="{D3B300D3-408D-41C4-9BA2-2E7008447D39}" dt="2026-06-22T04:28:53.906" v="4635" actId="2710"/>
        <pc:sldMkLst>
          <pc:docMk/>
          <pc:sldMk cId="2735087570" sldId="298"/>
        </pc:sldMkLst>
        <pc:spChg chg="mod">
          <ac:chgData name="Pauna, Celeste" userId="c2da0dc7-ad1e-464e-9f8f-64b059b383b1" providerId="ADAL" clId="{D3B300D3-408D-41C4-9BA2-2E7008447D39}" dt="2026-06-22T02:53:44.591" v="1732" actId="20577"/>
          <ac:spMkLst>
            <pc:docMk/>
            <pc:sldMk cId="2735087570" sldId="298"/>
            <ac:spMk id="2" creationId="{9B5A61EC-5F42-6AB8-DF35-480F070288EB}"/>
          </ac:spMkLst>
        </pc:spChg>
        <pc:spChg chg="mod">
          <ac:chgData name="Pauna, Celeste" userId="c2da0dc7-ad1e-464e-9f8f-64b059b383b1" providerId="ADAL" clId="{D3B300D3-408D-41C4-9BA2-2E7008447D39}" dt="2026-06-22T03:03:05.915" v="2194" actId="1076"/>
          <ac:spMkLst>
            <pc:docMk/>
            <pc:sldMk cId="2735087570" sldId="298"/>
            <ac:spMk id="3" creationId="{2A399339-FABF-04A2-4090-C38B947B2B8B}"/>
          </ac:spMkLst>
        </pc:spChg>
        <pc:spChg chg="add mod">
          <ac:chgData name="Pauna, Celeste" userId="c2da0dc7-ad1e-464e-9f8f-64b059b383b1" providerId="ADAL" clId="{D3B300D3-408D-41C4-9BA2-2E7008447D39}" dt="2026-06-22T04:28:35.967" v="4633" actId="1076"/>
          <ac:spMkLst>
            <pc:docMk/>
            <pc:sldMk cId="2735087570" sldId="298"/>
            <ac:spMk id="4" creationId="{E3D1F8EE-48E1-ED7E-5D57-365E10947B73}"/>
          </ac:spMkLst>
        </pc:spChg>
        <pc:spChg chg="add mod">
          <ac:chgData name="Pauna, Celeste" userId="c2da0dc7-ad1e-464e-9f8f-64b059b383b1" providerId="ADAL" clId="{D3B300D3-408D-41C4-9BA2-2E7008447D39}" dt="2026-06-22T04:28:53.906" v="4635" actId="2710"/>
          <ac:spMkLst>
            <pc:docMk/>
            <pc:sldMk cId="2735087570" sldId="298"/>
            <ac:spMk id="5" creationId="{4C91D5D3-D1CB-383F-5CE3-3E2A3D632D78}"/>
          </ac:spMkLst>
        </pc:spChg>
      </pc:sldChg>
      <pc:sldChg chg="addSp modSp mod">
        <pc:chgData name="Pauna, Celeste" userId="c2da0dc7-ad1e-464e-9f8f-64b059b383b1" providerId="ADAL" clId="{D3B300D3-408D-41C4-9BA2-2E7008447D39}" dt="2026-06-11T18:05:11.725" v="152" actId="20577"/>
        <pc:sldMkLst>
          <pc:docMk/>
          <pc:sldMk cId="1485080791" sldId="299"/>
        </pc:sldMkLst>
        <pc:spChg chg="mod">
          <ac:chgData name="Pauna, Celeste" userId="c2da0dc7-ad1e-464e-9f8f-64b059b383b1" providerId="ADAL" clId="{D3B300D3-408D-41C4-9BA2-2E7008447D39}" dt="2026-06-11T18:05:11.725" v="152" actId="20577"/>
          <ac:spMkLst>
            <pc:docMk/>
            <pc:sldMk cId="1485080791" sldId="299"/>
            <ac:spMk id="2" creationId="{725F021C-3CEB-0FBA-DA89-C9C82E741BB3}"/>
          </ac:spMkLst>
        </pc:spChg>
        <pc:spChg chg="mod">
          <ac:chgData name="Pauna, Celeste" userId="c2da0dc7-ad1e-464e-9f8f-64b059b383b1" providerId="ADAL" clId="{D3B300D3-408D-41C4-9BA2-2E7008447D39}" dt="2026-06-10T00:16:11.989" v="133" actId="20577"/>
          <ac:spMkLst>
            <pc:docMk/>
            <pc:sldMk cId="1485080791" sldId="299"/>
            <ac:spMk id="3" creationId="{3C6746B3-AFD9-641E-7CBF-9A783646B368}"/>
          </ac:spMkLst>
        </pc:spChg>
        <pc:picChg chg="add mod">
          <ac:chgData name="Pauna, Celeste" userId="c2da0dc7-ad1e-464e-9f8f-64b059b383b1" providerId="ADAL" clId="{D3B300D3-408D-41C4-9BA2-2E7008447D39}" dt="2026-06-10T00:18:00.504" v="138" actId="208"/>
          <ac:picMkLst>
            <pc:docMk/>
            <pc:sldMk cId="1485080791" sldId="299"/>
            <ac:picMk id="6" creationId="{B96EC9F2-4B64-EF0F-2A60-790022E3914B}"/>
          </ac:picMkLst>
        </pc:picChg>
      </pc:sldChg>
      <pc:sldChg chg="modSp mod ord">
        <pc:chgData name="Pauna, Celeste" userId="c2da0dc7-ad1e-464e-9f8f-64b059b383b1" providerId="ADAL" clId="{D3B300D3-408D-41C4-9BA2-2E7008447D39}" dt="2026-06-22T04:25:00.606" v="4597"/>
        <pc:sldMkLst>
          <pc:docMk/>
          <pc:sldMk cId="1148227982" sldId="300"/>
        </pc:sldMkLst>
        <pc:spChg chg="mod">
          <ac:chgData name="Pauna, Celeste" userId="c2da0dc7-ad1e-464e-9f8f-64b059b383b1" providerId="ADAL" clId="{D3B300D3-408D-41C4-9BA2-2E7008447D39}" dt="2026-06-22T04:24:52.374" v="4595" actId="20577"/>
          <ac:spMkLst>
            <pc:docMk/>
            <pc:sldMk cId="1148227982" sldId="300"/>
            <ac:spMk id="2" creationId="{5E5CEC29-2F05-D7E4-A266-08C74BE4F5F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Lst>
  <dgm:cxnLst>
    <dgm:cxn modelId="{403E30EA-CA23-4A5A-9D22-DF82F93CFF08}" type="presOf" srcId="{A66480AC-C0DE-4E5E-9ECD-9AE37E3FCB79}" destId="{9FFA803F-EA25-49D8-A073-96E9747E345F}" srcOrd="0" destOrd="0" presId="urn:microsoft.com/office/officeart/2016/7/layout/BasicTimeline"/>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6/21/2026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6/21/2026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hyperlink" Target="https://www.scrumalliance.org/community/profile/hkniberg"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ing.oreilly.com/search/?query=author%3A%22Robert%20C.%20Martin%22&amp;sort=relevance&amp;highlight=true"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Agile</a:t>
            </a:r>
            <a:br>
              <a:rPr lang="en-US" altLang="zh-CN" dirty="0"/>
            </a:br>
            <a:r>
              <a:rPr lang="en-US" altLang="zh-CN" dirty="0"/>
              <a:t>Development </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Celeste Pauna</a:t>
            </a:r>
          </a:p>
        </p:txBody>
      </p:sp>
      <p:pic>
        <p:nvPicPr>
          <p:cNvPr id="20" name="Picture Placeholder 19">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17151" t="178" r="16619" b="-18041"/>
          <a:stretch>
            <a:fillRect/>
          </a:stretch>
        </p:blipFill>
        <p:spPr>
          <a:xfrm>
            <a:off x="7196757" y="1344168"/>
            <a:ext cx="3951303" cy="4544014"/>
          </a:xfrm>
          <a:prstGeom prst="rect">
            <a:avLst/>
          </a:prstGeom>
          <a:ln>
            <a:noFill/>
          </a:ln>
          <a:effectLst>
            <a:softEdge rad="112500"/>
          </a:effectLst>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a:t>The various</a:t>
            </a:r>
            <a:br>
              <a:rPr lang="en-US"/>
            </a:br>
            <a:r>
              <a:rPr lang="en-US"/>
              <a:t>Agile </a:t>
            </a:r>
            <a:r>
              <a:rPr lang="en-US" dirty="0"/>
              <a:t>Roles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normAutofit/>
          </a:bodyPr>
          <a:lstStyle/>
          <a:p>
            <a:r>
              <a:rPr lang="en-US" dirty="0"/>
              <a:t>Product Owner</a:t>
            </a:r>
          </a:p>
          <a:p>
            <a:r>
              <a:rPr lang="en-US" dirty="0"/>
              <a:t>Scrum Master</a:t>
            </a:r>
          </a:p>
          <a:p>
            <a:r>
              <a:rPr lang="en-US" dirty="0"/>
              <a:t>Developers</a:t>
            </a:r>
          </a:p>
          <a:p>
            <a:r>
              <a:rPr lang="en-US" dirty="0"/>
              <a:t>Testers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pic>
        <p:nvPicPr>
          <p:cNvPr id="6" name="Graphic 5" descr="Group with solid fill">
            <a:extLst>
              <a:ext uri="{FF2B5EF4-FFF2-40B4-BE49-F238E27FC236}">
                <a16:creationId xmlns:a16="http://schemas.microsoft.com/office/drawing/2014/main" id="{B96EC9F2-4B64-EF0F-2A60-790022E3914B}"/>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363432" y="839971"/>
            <a:ext cx="3074581" cy="3074581"/>
          </a:xfrm>
          <a:prstGeom prst="rect">
            <a:avLst/>
          </a:prstGeom>
        </p:spPr>
      </p:pic>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7082197" y="492938"/>
            <a:ext cx="3832546" cy="838248"/>
          </a:xfrm>
        </p:spPr>
        <p:txBody>
          <a:bodyPr lIns="0" anchor="b" anchorCtr="0"/>
          <a:lstStyle/>
          <a:p>
            <a:r>
              <a:rPr lang="en-US" dirty="0"/>
              <a:t>Scrum Master</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366933" y="1491778"/>
            <a:ext cx="5318712" cy="1590089"/>
          </a:xfrm>
        </p:spPr>
        <p:txBody>
          <a:bodyPr>
            <a:normAutofit fontScale="92500" lnSpcReduction="10000"/>
          </a:bodyPr>
          <a:lstStyle/>
          <a:p>
            <a:r>
              <a:rPr lang="en-US" sz="1900" dirty="0"/>
              <a:t>The role of scrum master can be thought of as the “servant leader.” Their responsibility is to ensure that all team members adhere to Agile practices. Agile development should be “self-organizing”. The scrum master is very important in keeping all team members organized in this type of environment.</a:t>
            </a:r>
          </a:p>
          <a:p>
            <a:endParaRPr lang="en-US" dirty="0"/>
          </a:p>
        </p:txBody>
      </p:sp>
      <p:sp>
        <p:nvSpPr>
          <p:cNvPr id="4" name="TextBox 3">
            <a:extLst>
              <a:ext uri="{FF2B5EF4-FFF2-40B4-BE49-F238E27FC236}">
                <a16:creationId xmlns:a16="http://schemas.microsoft.com/office/drawing/2014/main" id="{EBFA4650-0A6F-5FB4-9F6C-9811AA1D720B}"/>
              </a:ext>
            </a:extLst>
          </p:cNvPr>
          <p:cNvSpPr txBox="1"/>
          <p:nvPr/>
        </p:nvSpPr>
        <p:spPr>
          <a:xfrm>
            <a:off x="6366933" y="4108327"/>
            <a:ext cx="4758034" cy="1477328"/>
          </a:xfrm>
          <a:prstGeom prst="rect">
            <a:avLst/>
          </a:prstGeom>
        </p:spPr>
        <p:txBody>
          <a:bodyPr wrap="none" rtlCol="0">
            <a:spAutoFit/>
          </a:bodyPr>
          <a:lstStyle/>
          <a:p>
            <a:pPr marL="285750" indent="-285750" algn="ctr">
              <a:lnSpc>
                <a:spcPct val="100000"/>
              </a:lnSpc>
              <a:spcBef>
                <a:spcPts val="0"/>
              </a:spcBef>
              <a:buFont typeface="Wingdings" panose="05000000000000000000" pitchFamily="2" charset="2"/>
              <a:buChar char="Ø"/>
            </a:pPr>
            <a:r>
              <a:rPr lang="en-US" dirty="0">
                <a:solidFill>
                  <a:prstClr val="white"/>
                </a:solidFill>
                <a:latin typeface="Posterama" panose="020B0504020200020000" pitchFamily="34" charset="0"/>
                <a:ea typeface="微软雅黑"/>
                <a:cs typeface="Posterama" panose="020B0504020200020000" pitchFamily="34" charset="0"/>
              </a:rPr>
              <a:t>Facilitates scrum events.</a:t>
            </a:r>
          </a:p>
          <a:p>
            <a:pPr marL="285750" indent="-285750" algn="ctr">
              <a:lnSpc>
                <a:spcPct val="100000"/>
              </a:lnSpc>
              <a:spcBef>
                <a:spcPts val="0"/>
              </a:spcBef>
              <a:buFont typeface="Wingdings" panose="05000000000000000000" pitchFamily="2" charset="2"/>
              <a:buChar char="Ø"/>
            </a:pPr>
            <a:r>
              <a:rPr lang="en-US" dirty="0">
                <a:solidFill>
                  <a:prstClr val="white"/>
                </a:solidFill>
                <a:latin typeface="Posterama" panose="020B0504020200020000" pitchFamily="34" charset="0"/>
                <a:ea typeface="微软雅黑"/>
                <a:cs typeface="Posterama" panose="020B0504020200020000" pitchFamily="34" charset="0"/>
              </a:rPr>
              <a:t>Supports the product owner</a:t>
            </a:r>
          </a:p>
          <a:p>
            <a:pPr marL="285750" indent="-285750" algn="ctr">
              <a:lnSpc>
                <a:spcPct val="100000"/>
              </a:lnSpc>
              <a:spcBef>
                <a:spcPts val="0"/>
              </a:spcBef>
              <a:buFont typeface="Wingdings" panose="05000000000000000000" pitchFamily="2" charset="2"/>
              <a:buChar char="Ø"/>
            </a:pPr>
            <a:r>
              <a:rPr lang="en-US" dirty="0">
                <a:solidFill>
                  <a:prstClr val="white"/>
                </a:solidFill>
                <a:latin typeface="Posterama" panose="020B0504020200020000" pitchFamily="34" charset="0"/>
                <a:ea typeface="微软雅黑"/>
                <a:cs typeface="Posterama" panose="020B0504020200020000" pitchFamily="34" charset="0"/>
              </a:rPr>
              <a:t>Coaches the development team.</a:t>
            </a:r>
          </a:p>
          <a:p>
            <a:pPr marL="285750" indent="-285750" algn="ctr">
              <a:lnSpc>
                <a:spcPct val="100000"/>
              </a:lnSpc>
              <a:spcBef>
                <a:spcPts val="0"/>
              </a:spcBef>
              <a:buFont typeface="Wingdings" panose="05000000000000000000" pitchFamily="2" charset="2"/>
              <a:buChar char="Ø"/>
            </a:pPr>
            <a:r>
              <a:rPr lang="en-US" dirty="0">
                <a:solidFill>
                  <a:prstClr val="white"/>
                </a:solidFill>
                <a:latin typeface="Posterama" panose="020B0504020200020000" pitchFamily="34" charset="0"/>
                <a:ea typeface="微软雅黑"/>
                <a:cs typeface="Posterama" panose="020B0504020200020000" pitchFamily="34" charset="0"/>
              </a:rPr>
              <a:t>Hosts sprint reviews and retrospectives.</a:t>
            </a:r>
          </a:p>
          <a:p>
            <a:pPr marL="285750" indent="-285750" algn="ctr">
              <a:lnSpc>
                <a:spcPct val="100000"/>
              </a:lnSpc>
              <a:spcBef>
                <a:spcPts val="0"/>
              </a:spcBef>
              <a:buFont typeface="Wingdings" panose="05000000000000000000" pitchFamily="2" charset="2"/>
              <a:buChar char="Ø"/>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
        <p:nvSpPr>
          <p:cNvPr id="7" name="TextBox 6">
            <a:extLst>
              <a:ext uri="{FF2B5EF4-FFF2-40B4-BE49-F238E27FC236}">
                <a16:creationId xmlns:a16="http://schemas.microsoft.com/office/drawing/2014/main" id="{4DDACA1A-4E08-08E6-F9D2-28A068AE0414}"/>
              </a:ext>
            </a:extLst>
          </p:cNvPr>
          <p:cNvSpPr txBox="1"/>
          <p:nvPr/>
        </p:nvSpPr>
        <p:spPr>
          <a:xfrm>
            <a:off x="7311774" y="3591468"/>
            <a:ext cx="2868352" cy="369332"/>
          </a:xfrm>
          <a:prstGeom prst="rect">
            <a:avLst/>
          </a:prstGeom>
        </p:spPr>
        <p:txBody>
          <a:bodyPr wrap="square" rtlCol="0">
            <a:spAutoFit/>
          </a:bodyPr>
          <a:lstStyle/>
          <a:p>
            <a:pPr marL="0" indent="0" algn="ctr">
              <a:lnSpc>
                <a:spcPct val="100000"/>
              </a:lnSpc>
              <a:spcBef>
                <a:spcPts val="0"/>
              </a:spcBef>
              <a:buFontTx/>
              <a:buNone/>
            </a:pPr>
            <a:r>
              <a:rPr lang="en-US" sz="1800" b="1" dirty="0">
                <a:solidFill>
                  <a:prstClr val="white"/>
                </a:solidFill>
                <a:latin typeface="Posterama" panose="020B0504020200020000" pitchFamily="34" charset="0"/>
                <a:ea typeface="微软雅黑"/>
                <a:cs typeface="Posterama" panose="020B0504020200020000" pitchFamily="34" charset="0"/>
              </a:rPr>
              <a:t>Responsibilities</a:t>
            </a:r>
          </a:p>
        </p:txBody>
      </p:sp>
      <p:sp>
        <p:nvSpPr>
          <p:cNvPr id="8" name="TextBox 7">
            <a:extLst>
              <a:ext uri="{FF2B5EF4-FFF2-40B4-BE49-F238E27FC236}">
                <a16:creationId xmlns:a16="http://schemas.microsoft.com/office/drawing/2014/main" id="{EEADEAC2-ADC8-2A9F-BC7D-5FAEEC280CB3}"/>
              </a:ext>
            </a:extLst>
          </p:cNvPr>
          <p:cNvSpPr txBox="1"/>
          <p:nvPr/>
        </p:nvSpPr>
        <p:spPr>
          <a:xfrm>
            <a:off x="1346105" y="2286822"/>
            <a:ext cx="2682914" cy="923330"/>
          </a:xfrm>
          <a:prstGeom prst="rect">
            <a:avLst/>
          </a:prstGeom>
        </p:spPr>
        <p:txBody>
          <a:bodyPr wrap="none" rtlCol="0">
            <a:spAutoFit/>
          </a:bodyPr>
          <a:lstStyle/>
          <a:p>
            <a:pPr algn="ctr"/>
            <a:r>
              <a:rPr lang="en-US" i="1" dirty="0">
                <a:solidFill>
                  <a:schemeClr val="bg1"/>
                </a:solidFill>
              </a:rPr>
              <a:t>“Accountability means to </a:t>
            </a:r>
          </a:p>
          <a:p>
            <a:pPr algn="ctr"/>
            <a:r>
              <a:rPr lang="en-US" i="1" dirty="0">
                <a:solidFill>
                  <a:schemeClr val="bg1"/>
                </a:solidFill>
              </a:rPr>
              <a:t>say what you do, </a:t>
            </a:r>
          </a:p>
          <a:p>
            <a:pPr algn="ctr"/>
            <a:r>
              <a:rPr lang="en-US" i="1" dirty="0">
                <a:solidFill>
                  <a:schemeClr val="bg1"/>
                </a:solidFill>
              </a:rPr>
              <a:t>do what you say.”</a:t>
            </a:r>
            <a:endParaRPr lang="en-US" sz="1800" i="1" dirty="0">
              <a:solidFill>
                <a:schemeClr val="bg1"/>
              </a:solidFill>
              <a:latin typeface="Posterama" panose="020B0504020200020000" pitchFamily="34" charset="0"/>
              <a:ea typeface="微软雅黑"/>
              <a:cs typeface="Posterama" panose="020B0504020200020000" pitchFamily="34" charset="0"/>
            </a:endParaRPr>
          </a:p>
        </p:txBody>
      </p:sp>
      <p:sp>
        <p:nvSpPr>
          <p:cNvPr id="9" name="TextBox 8">
            <a:extLst>
              <a:ext uri="{FF2B5EF4-FFF2-40B4-BE49-F238E27FC236}">
                <a16:creationId xmlns:a16="http://schemas.microsoft.com/office/drawing/2014/main" id="{944B3D36-7270-3856-CA4E-8EC242D31EFF}"/>
              </a:ext>
            </a:extLst>
          </p:cNvPr>
          <p:cNvSpPr txBox="1"/>
          <p:nvPr/>
        </p:nvSpPr>
        <p:spPr>
          <a:xfrm>
            <a:off x="1885005" y="3278517"/>
            <a:ext cx="1488998" cy="276999"/>
          </a:xfrm>
          <a:prstGeom prst="rect">
            <a:avLst/>
          </a:prstGeom>
        </p:spPr>
        <p:txBody>
          <a:bodyPr wrap="square" rtlCol="0">
            <a:spAutoFit/>
          </a:bodyPr>
          <a:lstStyle/>
          <a:p>
            <a:pPr algn="ctr"/>
            <a:r>
              <a:rPr lang="en-US" sz="1200" dirty="0">
                <a:solidFill>
                  <a:schemeClr val="bg1"/>
                </a:solidFill>
              </a:rPr>
              <a:t>― </a:t>
            </a:r>
            <a:r>
              <a:rPr lang="en-US" sz="1200" b="1" dirty="0">
                <a:solidFill>
                  <a:schemeClr val="bg1"/>
                </a:solidFill>
              </a:rPr>
              <a:t>Pearl Zhu</a:t>
            </a:r>
            <a:endParaRPr lang="en-US" sz="12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69220" y="2617796"/>
            <a:ext cx="4572000" cy="555994"/>
          </a:xfrm>
          <a:noFill/>
        </p:spPr>
        <p:txBody>
          <a:bodyPr anchor="t" anchorCtr="0">
            <a:noAutofit/>
          </a:bodyPr>
          <a:lstStyle/>
          <a:p>
            <a:r>
              <a:rPr lang="en-US" dirty="0"/>
              <a:t>Product Owner</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Manages and creates the product backlog.</a:t>
            </a:r>
          </a:p>
          <a:p>
            <a:r>
              <a:rPr lang="en-US" dirty="0"/>
              <a:t>Represents the customers and the stakeholders.</a:t>
            </a:r>
          </a:p>
          <a:p>
            <a:r>
              <a:rPr lang="en-US" dirty="0"/>
              <a:t>Collaborates closely with the development team and scrum master.</a:t>
            </a:r>
          </a:p>
          <a:p>
            <a:r>
              <a:rPr lang="en-US" dirty="0"/>
              <a:t>Relays the information from the sprint reviews and retrospectives to the clients and stakeholders. </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
        <p:nvSpPr>
          <p:cNvPr id="5" name="TextBox 4">
            <a:extLst>
              <a:ext uri="{FF2B5EF4-FFF2-40B4-BE49-F238E27FC236}">
                <a16:creationId xmlns:a16="http://schemas.microsoft.com/office/drawing/2014/main" id="{D6AA506B-F98F-E5E1-B0CC-D228F6A0FD53}"/>
              </a:ext>
            </a:extLst>
          </p:cNvPr>
          <p:cNvSpPr txBox="1"/>
          <p:nvPr/>
        </p:nvSpPr>
        <p:spPr>
          <a:xfrm>
            <a:off x="-177136" y="3236685"/>
            <a:ext cx="6219917" cy="2031325"/>
          </a:xfrm>
          <a:prstGeom prst="rect">
            <a:avLst/>
          </a:prstGeom>
        </p:spPr>
        <p:txBody>
          <a:bodyPr wrap="square" rtlCol="0">
            <a:spAutoFit/>
          </a:bodyPr>
          <a:lstStyle/>
          <a:p>
            <a:pPr marL="0" indent="0" algn="ctr">
              <a:lnSpc>
                <a:spcPct val="100000"/>
              </a:lnSpc>
              <a:spcBef>
                <a:spcPts val="0"/>
              </a:spcBef>
              <a:buFontTx/>
              <a:buNone/>
            </a:pPr>
            <a:r>
              <a:rPr lang="en-US" sz="1800" dirty="0">
                <a:solidFill>
                  <a:prstClr val="white"/>
                </a:solidFill>
                <a:latin typeface="Posterama" panose="020B0504020200020000" pitchFamily="34" charset="0"/>
                <a:ea typeface="微软雅黑"/>
                <a:cs typeface="Posterama" panose="020B0504020200020000" pitchFamily="34" charset="0"/>
              </a:rPr>
              <a:t>The product owner </a:t>
            </a:r>
            <a:r>
              <a:rPr lang="en-US" dirty="0">
                <a:solidFill>
                  <a:prstClr val="white"/>
                </a:solidFill>
                <a:latin typeface="Posterama" panose="020B0504020200020000" pitchFamily="34" charset="0"/>
                <a:ea typeface="微软雅黑"/>
                <a:cs typeface="Posterama" panose="020B0504020200020000" pitchFamily="34" charset="0"/>
              </a:rPr>
              <a:t>acts as a bridge between</a:t>
            </a:r>
          </a:p>
          <a:p>
            <a:pPr marL="0" indent="0" algn="ctr">
              <a:lnSpc>
                <a:spcPct val="100000"/>
              </a:lnSpc>
              <a:spcBef>
                <a:spcPts val="0"/>
              </a:spcBef>
              <a:buFontTx/>
              <a:buNone/>
            </a:pPr>
            <a:r>
              <a:rPr lang="en-US" dirty="0">
                <a:solidFill>
                  <a:prstClr val="white"/>
                </a:solidFill>
                <a:latin typeface="Posterama" panose="020B0504020200020000" pitchFamily="34" charset="0"/>
                <a:ea typeface="微软雅黑"/>
                <a:cs typeface="Posterama" panose="020B0504020200020000" pitchFamily="34" charset="0"/>
              </a:rPr>
              <a:t> the development team and the clients. They are responsible for maximizing the value</a:t>
            </a:r>
          </a:p>
          <a:p>
            <a:pPr marL="0" indent="0" algn="ctr">
              <a:lnSpc>
                <a:spcPct val="100000"/>
              </a:lnSpc>
              <a:spcBef>
                <a:spcPts val="0"/>
              </a:spcBef>
              <a:buFontTx/>
              <a:buNone/>
            </a:pPr>
            <a:r>
              <a:rPr lang="en-US" dirty="0">
                <a:solidFill>
                  <a:prstClr val="white"/>
                </a:solidFill>
                <a:latin typeface="Posterama" panose="020B0504020200020000" pitchFamily="34" charset="0"/>
                <a:ea typeface="微软雅黑"/>
                <a:cs typeface="Posterama" panose="020B0504020200020000" pitchFamily="34" charset="0"/>
              </a:rPr>
              <a:t> of the product by managing the</a:t>
            </a:r>
          </a:p>
          <a:p>
            <a:pPr marL="0" indent="0" algn="ctr">
              <a:lnSpc>
                <a:spcPct val="100000"/>
              </a:lnSpc>
              <a:spcBef>
                <a:spcPts val="0"/>
              </a:spcBef>
              <a:buFontTx/>
              <a:buNone/>
            </a:pPr>
            <a:r>
              <a:rPr lang="en-US" dirty="0">
                <a:solidFill>
                  <a:prstClr val="white"/>
                </a:solidFill>
                <a:latin typeface="Posterama" panose="020B0504020200020000" pitchFamily="34" charset="0"/>
                <a:ea typeface="微软雅黑"/>
                <a:cs typeface="Posterama" panose="020B0504020200020000" pitchFamily="34" charset="0"/>
              </a:rPr>
              <a:t> product backlog. The product owner is also </a:t>
            </a:r>
          </a:p>
          <a:p>
            <a:pPr marL="0" indent="0" algn="ctr">
              <a:lnSpc>
                <a:spcPct val="100000"/>
              </a:lnSpc>
              <a:spcBef>
                <a:spcPts val="0"/>
              </a:spcBef>
              <a:buFontTx/>
              <a:buNone/>
            </a:pPr>
            <a:r>
              <a:rPr lang="en-US" dirty="0">
                <a:solidFill>
                  <a:prstClr val="white"/>
                </a:solidFill>
                <a:latin typeface="Posterama" panose="020B0504020200020000" pitchFamily="34" charset="0"/>
                <a:ea typeface="微软雅黑"/>
                <a:cs typeface="Posterama" panose="020B0504020200020000" pitchFamily="34" charset="0"/>
              </a:rPr>
              <a:t>responsible for writing the user stories based</a:t>
            </a:r>
          </a:p>
          <a:p>
            <a:pPr marL="0" indent="0" algn="ctr">
              <a:lnSpc>
                <a:spcPct val="100000"/>
              </a:lnSpc>
              <a:spcBef>
                <a:spcPts val="0"/>
              </a:spcBef>
              <a:buFontTx/>
              <a:buNone/>
            </a:pPr>
            <a:r>
              <a:rPr lang="en-US" dirty="0">
                <a:solidFill>
                  <a:prstClr val="white"/>
                </a:solidFill>
                <a:latin typeface="Posterama" panose="020B0504020200020000" pitchFamily="34" charset="0"/>
                <a:ea typeface="微软雅黑"/>
                <a:cs typeface="Posterama" panose="020B0504020200020000" pitchFamily="34" charset="0"/>
              </a:rPr>
              <a:t> on the clients wants and needs.</a:t>
            </a:r>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678543" y="254000"/>
            <a:ext cx="5029200" cy="1434495"/>
          </a:xfrm>
        </p:spPr>
        <p:txBody>
          <a:bodyPr lIns="0" anchor="t" anchorCtr="0">
            <a:normAutofit/>
          </a:bodyPr>
          <a:lstStyle/>
          <a:p>
            <a:r>
              <a:rPr lang="en-US" dirty="0"/>
              <a:t>Developers and Testers</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14363" y="1516387"/>
            <a:ext cx="5107819" cy="1807383"/>
          </a:xfrm>
        </p:spPr>
        <p:txBody>
          <a:bodyPr anchor="b" anchorCtr="0">
            <a:normAutofit fontScale="85000" lnSpcReduction="10000"/>
          </a:bodyPr>
          <a:lstStyle/>
          <a:p>
            <a:r>
              <a:rPr lang="en-US" dirty="0"/>
              <a:t>The development team are the “workforce” of the Scum team. Here is where you find the coders and programmers. They transform the product owners' vision into the working product. The testers are the “quality assurance” of the scrum team. They test valid and invalid user actions and record how the product responds.  </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
        <p:nvSpPr>
          <p:cNvPr id="4" name="TextBox 3">
            <a:extLst>
              <a:ext uri="{FF2B5EF4-FFF2-40B4-BE49-F238E27FC236}">
                <a16:creationId xmlns:a16="http://schemas.microsoft.com/office/drawing/2014/main" id="{E3D1F8EE-48E1-ED7E-5D57-365E10947B73}"/>
              </a:ext>
            </a:extLst>
          </p:cNvPr>
          <p:cNvSpPr txBox="1"/>
          <p:nvPr/>
        </p:nvSpPr>
        <p:spPr>
          <a:xfrm>
            <a:off x="2171424" y="3739848"/>
            <a:ext cx="1883850" cy="369332"/>
          </a:xfrm>
          <a:prstGeom prst="rect">
            <a:avLst/>
          </a:prstGeom>
        </p:spPr>
        <p:txBody>
          <a:bodyPr wrap="none" rtlCol="0">
            <a:spAutoFit/>
          </a:bodyPr>
          <a:lstStyle/>
          <a:p>
            <a:pPr marL="0" indent="0" algn="ctr">
              <a:lnSpc>
                <a:spcPct val="100000"/>
              </a:lnSpc>
              <a:spcBef>
                <a:spcPts val="0"/>
              </a:spcBef>
              <a:buFontTx/>
              <a:buNone/>
            </a:pPr>
            <a:r>
              <a:rPr lang="en-US" sz="1800" dirty="0">
                <a:solidFill>
                  <a:prstClr val="white"/>
                </a:solidFill>
                <a:latin typeface="Posterama" panose="020B0504020200020000" pitchFamily="34" charset="0"/>
                <a:ea typeface="微软雅黑"/>
                <a:cs typeface="Posterama" panose="020B0504020200020000" pitchFamily="34" charset="0"/>
              </a:rPr>
              <a:t>Responsibility's </a:t>
            </a:r>
          </a:p>
        </p:txBody>
      </p:sp>
      <p:sp>
        <p:nvSpPr>
          <p:cNvPr id="5" name="TextBox 4">
            <a:extLst>
              <a:ext uri="{FF2B5EF4-FFF2-40B4-BE49-F238E27FC236}">
                <a16:creationId xmlns:a16="http://schemas.microsoft.com/office/drawing/2014/main" id="{4C91D5D3-D1CB-383F-5CE3-3E2A3D632D78}"/>
              </a:ext>
            </a:extLst>
          </p:cNvPr>
          <p:cNvSpPr txBox="1"/>
          <p:nvPr/>
        </p:nvSpPr>
        <p:spPr>
          <a:xfrm>
            <a:off x="0" y="4276878"/>
            <a:ext cx="6197530" cy="2125967"/>
          </a:xfrm>
          <a:prstGeom prst="rect">
            <a:avLst/>
          </a:prstGeom>
        </p:spPr>
        <p:txBody>
          <a:bodyPr wrap="none" rtlCol="0">
            <a:spAutoFit/>
          </a:bodyPr>
          <a:lstStyle/>
          <a:p>
            <a:pPr marL="285750" indent="-285750" algn="ctr">
              <a:lnSpc>
                <a:spcPct val="150000"/>
              </a:lnSpc>
              <a:spcBef>
                <a:spcPts val="0"/>
              </a:spcBef>
              <a:buFont typeface="Wingdings" panose="05000000000000000000" pitchFamily="2" charset="2"/>
              <a:buChar char="§"/>
            </a:pPr>
            <a:r>
              <a:rPr lang="en-US" sz="1800" dirty="0">
                <a:solidFill>
                  <a:prstClr val="white"/>
                </a:solidFill>
                <a:latin typeface="Posterama" panose="020B0504020200020000" pitchFamily="34" charset="0"/>
                <a:ea typeface="微软雅黑"/>
                <a:cs typeface="Posterama" panose="020B0504020200020000" pitchFamily="34" charset="0"/>
              </a:rPr>
              <a:t>Utilize user stories</a:t>
            </a:r>
          </a:p>
          <a:p>
            <a:pPr marL="285750" indent="-285750" algn="ctr">
              <a:lnSpc>
                <a:spcPct val="150000"/>
              </a:lnSpc>
              <a:spcBef>
                <a:spcPts val="0"/>
              </a:spcBef>
              <a:buFont typeface="Wingdings" panose="05000000000000000000" pitchFamily="2" charset="2"/>
              <a:buChar char="§"/>
            </a:pPr>
            <a:r>
              <a:rPr lang="en-US" dirty="0">
                <a:solidFill>
                  <a:prstClr val="white"/>
                </a:solidFill>
                <a:latin typeface="Posterama" panose="020B0504020200020000" pitchFamily="34" charset="0"/>
                <a:ea typeface="微软雅黑"/>
                <a:cs typeface="Posterama" panose="020B0504020200020000" pitchFamily="34" charset="0"/>
              </a:rPr>
              <a:t>Follow industry standard best practices</a:t>
            </a:r>
          </a:p>
          <a:p>
            <a:pPr marL="285750" indent="-285750" algn="ctr">
              <a:lnSpc>
                <a:spcPct val="150000"/>
              </a:lnSpc>
              <a:spcBef>
                <a:spcPts val="0"/>
              </a:spcBef>
              <a:buFont typeface="Wingdings" panose="05000000000000000000" pitchFamily="2" charset="2"/>
              <a:buChar char="§"/>
            </a:pPr>
            <a:r>
              <a:rPr lang="en-US" sz="1800" dirty="0">
                <a:solidFill>
                  <a:prstClr val="white"/>
                </a:solidFill>
                <a:latin typeface="Posterama" panose="020B0504020200020000" pitchFamily="34" charset="0"/>
                <a:ea typeface="微软雅黑"/>
                <a:cs typeface="Posterama" panose="020B0504020200020000" pitchFamily="34" charset="0"/>
              </a:rPr>
              <a:t>Openly communicate with the rest of the scrum team</a:t>
            </a:r>
          </a:p>
          <a:p>
            <a:pPr marL="285750" indent="-285750" algn="ctr">
              <a:lnSpc>
                <a:spcPct val="150000"/>
              </a:lnSpc>
              <a:spcBef>
                <a:spcPts val="0"/>
              </a:spcBef>
              <a:buFont typeface="Wingdings" panose="05000000000000000000" pitchFamily="2" charset="2"/>
              <a:buChar char="§"/>
            </a:pPr>
            <a:r>
              <a:rPr lang="en-US" dirty="0">
                <a:solidFill>
                  <a:prstClr val="white"/>
                </a:solidFill>
                <a:latin typeface="Posterama" panose="020B0504020200020000" pitchFamily="34" charset="0"/>
                <a:ea typeface="微软雅黑"/>
                <a:cs typeface="Posterama" panose="020B0504020200020000" pitchFamily="34" charset="0"/>
              </a:rPr>
              <a:t>Testers collaborate with developers and vice versa</a:t>
            </a:r>
          </a:p>
          <a:p>
            <a:pPr marL="285750" indent="-285750" algn="ctr">
              <a:lnSpc>
                <a:spcPct val="150000"/>
              </a:lnSpc>
              <a:spcBef>
                <a:spcPts val="0"/>
              </a:spcBef>
              <a:buFont typeface="Wingdings" panose="05000000000000000000" pitchFamily="2" charset="2"/>
              <a:buChar char="§"/>
            </a:pPr>
            <a:r>
              <a:rPr lang="en-US" sz="1800" dirty="0">
                <a:solidFill>
                  <a:prstClr val="white"/>
                </a:solidFill>
                <a:latin typeface="Posterama" panose="020B0504020200020000" pitchFamily="34" charset="0"/>
                <a:ea typeface="微软雅黑"/>
                <a:cs typeface="Posterama" panose="020B0504020200020000" pitchFamily="34" charset="0"/>
              </a:rPr>
              <a:t>Create test cases from the user stories</a:t>
            </a:r>
          </a:p>
        </p:txBody>
      </p:sp>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633790" y="160624"/>
            <a:ext cx="4663440" cy="1737360"/>
          </a:xfrm>
        </p:spPr>
        <p:txBody>
          <a:bodyPr>
            <a:normAutofit fontScale="90000"/>
          </a:bodyPr>
          <a:lstStyle/>
          <a:p>
            <a:r>
              <a:rPr lang="en-US" dirty="0"/>
              <a:t>The SDLC </a:t>
            </a:r>
            <a:br>
              <a:rPr lang="en-US" dirty="0"/>
            </a:br>
            <a:r>
              <a:rPr lang="en-US" dirty="0"/>
              <a:t>Software Development Lifecycle</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5655733" y="454175"/>
            <a:ext cx="6328229" cy="3222172"/>
          </a:xfrm>
        </p:spPr>
        <p:txBody>
          <a:bodyPr>
            <a:normAutofit/>
          </a:bodyPr>
          <a:lstStyle/>
          <a:p>
            <a:r>
              <a:rPr lang="en-US" sz="2400" dirty="0"/>
              <a:t>Planning</a:t>
            </a:r>
          </a:p>
          <a:p>
            <a:r>
              <a:rPr lang="en-US" sz="2400" dirty="0"/>
              <a:t>Design/Analysis</a:t>
            </a:r>
          </a:p>
          <a:p>
            <a:r>
              <a:rPr lang="en-US" sz="2400" dirty="0"/>
              <a:t>Development/Implementation</a:t>
            </a:r>
          </a:p>
          <a:p>
            <a:r>
              <a:rPr lang="en-US" sz="2400" dirty="0"/>
              <a:t>Testing</a:t>
            </a:r>
          </a:p>
          <a:p>
            <a:r>
              <a:rPr lang="en-US" sz="2400" dirty="0"/>
              <a:t>Deployment</a:t>
            </a:r>
          </a:p>
          <a:p>
            <a:r>
              <a:rPr lang="en-US" sz="2400" dirty="0"/>
              <a:t>Maintenance/Review</a:t>
            </a:r>
          </a:p>
          <a:p>
            <a:pPr marL="0" indent="0">
              <a:buNone/>
            </a:pPr>
            <a:endParaRPr lang="en-US" dirty="0"/>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1062785868"/>
              </p:ext>
            </p:extLst>
          </p:nvPr>
        </p:nvGraphicFramePr>
        <p:xfrm>
          <a:off x="914400" y="4101495"/>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pic>
        <p:nvPicPr>
          <p:cNvPr id="5" name="Picture 4">
            <a:extLst>
              <a:ext uri="{FF2B5EF4-FFF2-40B4-BE49-F238E27FC236}">
                <a16:creationId xmlns:a16="http://schemas.microsoft.com/office/drawing/2014/main" id="{2F4D11D0-72E3-32C6-92E3-787772C31831}"/>
              </a:ext>
            </a:extLst>
          </p:cNvPr>
          <p:cNvPicPr>
            <a:picLocks noChangeAspect="1"/>
          </p:cNvPicPr>
          <p:nvPr/>
        </p:nvPicPr>
        <p:blipFill>
          <a:blip r:embed="rId8"/>
          <a:stretch>
            <a:fillRect/>
          </a:stretch>
        </p:blipFill>
        <p:spPr>
          <a:xfrm>
            <a:off x="1049867" y="2224918"/>
            <a:ext cx="3491895" cy="3491895"/>
          </a:xfrm>
          <a:prstGeom prst="rect">
            <a:avLst/>
          </a:prstGeom>
        </p:spPr>
      </p:pic>
      <p:sp>
        <p:nvSpPr>
          <p:cNvPr id="7" name="TextBox 6">
            <a:extLst>
              <a:ext uri="{FF2B5EF4-FFF2-40B4-BE49-F238E27FC236}">
                <a16:creationId xmlns:a16="http://schemas.microsoft.com/office/drawing/2014/main" id="{E3799D5C-718D-4322-FC4C-774D67E2AE01}"/>
              </a:ext>
            </a:extLst>
          </p:cNvPr>
          <p:cNvSpPr txBox="1"/>
          <p:nvPr/>
        </p:nvSpPr>
        <p:spPr>
          <a:xfrm>
            <a:off x="3434966" y="5233527"/>
            <a:ext cx="6265497" cy="646331"/>
          </a:xfrm>
          <a:prstGeom prst="rect">
            <a:avLst/>
          </a:prstGeom>
        </p:spPr>
        <p:txBody>
          <a:bodyPr wrap="none" rtlCol="0">
            <a:spAutoFit/>
          </a:bodyPr>
          <a:lstStyle/>
          <a:p>
            <a:pPr algn="ctr"/>
            <a:r>
              <a:rPr lang="en-US" i="1" dirty="0">
                <a:solidFill>
                  <a:schemeClr val="bg1"/>
                </a:solidFill>
              </a:rPr>
              <a:t>The important thing is not your process. </a:t>
            </a:r>
          </a:p>
          <a:p>
            <a:pPr algn="ctr"/>
            <a:r>
              <a:rPr lang="en-US" i="1" dirty="0">
                <a:solidFill>
                  <a:schemeClr val="bg1"/>
                </a:solidFill>
              </a:rPr>
              <a:t>The important thing is your process for improving your process.</a:t>
            </a:r>
            <a:endParaRPr lang="en-US" sz="1800" dirty="0">
              <a:solidFill>
                <a:schemeClr val="bg1"/>
              </a:solidFill>
              <a:latin typeface="Posterama" panose="020B0504020200020000" pitchFamily="34" charset="0"/>
              <a:ea typeface="微软雅黑"/>
              <a:cs typeface="Posterama" panose="020B0504020200020000" pitchFamily="34" charset="0"/>
            </a:endParaRPr>
          </a:p>
        </p:txBody>
      </p:sp>
      <p:sp>
        <p:nvSpPr>
          <p:cNvPr id="8" name="TextBox 7">
            <a:extLst>
              <a:ext uri="{FF2B5EF4-FFF2-40B4-BE49-F238E27FC236}">
                <a16:creationId xmlns:a16="http://schemas.microsoft.com/office/drawing/2014/main" id="{2FCCF03D-E3EE-7E3D-83B1-92CD3DF40E4F}"/>
              </a:ext>
            </a:extLst>
          </p:cNvPr>
          <p:cNvSpPr txBox="1"/>
          <p:nvPr/>
        </p:nvSpPr>
        <p:spPr>
          <a:xfrm>
            <a:off x="7249444" y="5989032"/>
            <a:ext cx="1732526" cy="646331"/>
          </a:xfrm>
          <a:prstGeom prst="rect">
            <a:avLst/>
          </a:prstGeom>
        </p:spPr>
        <p:txBody>
          <a:bodyPr wrap="none" rtlCol="0">
            <a:spAutoFit/>
          </a:bodyPr>
          <a:lstStyle/>
          <a:p>
            <a:r>
              <a:rPr lang="en-US" dirty="0">
                <a:solidFill>
                  <a:schemeClr val="bg1"/>
                </a:solidFill>
                <a:hlinkClick r:id="rId9">
                  <a:extLst>
                    <a:ext uri="{A12FA001-AC4F-418D-AE19-62706E023703}">
                      <ahyp:hlinkClr xmlns:ahyp="http://schemas.microsoft.com/office/drawing/2018/hyperlinkcolor" val="tx"/>
                    </a:ext>
                  </a:extLst>
                </a:hlinkClick>
              </a:rPr>
              <a:t>-Henrik Kniberg</a:t>
            </a:r>
            <a:endParaRPr lang="en-US" dirty="0">
              <a:solidFill>
                <a:schemeClr val="bg1"/>
              </a:solidFill>
            </a:endParaRPr>
          </a:p>
          <a:p>
            <a:endParaRPr lang="en-US" sz="1800" u="sng"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774095" y="107599"/>
            <a:ext cx="7132320" cy="1773936"/>
          </a:xfrm>
        </p:spPr>
        <p:txBody>
          <a:bodyPr/>
          <a:lstStyle/>
          <a:p>
            <a:r>
              <a:rPr lang="en-US" dirty="0"/>
              <a:t>Planning                 Design </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541867" y="2605798"/>
            <a:ext cx="3291840" cy="2651760"/>
          </a:xfrm>
        </p:spPr>
        <p:txBody>
          <a:bodyPr>
            <a:normAutofit fontScale="92500" lnSpcReduction="10000"/>
          </a:bodyPr>
          <a:lstStyle/>
          <a:p>
            <a:r>
              <a:rPr lang="en-US" dirty="0"/>
              <a:t>This is the initial phase in the project. </a:t>
            </a:r>
          </a:p>
          <a:p>
            <a:pPr marL="285750" indent="-285750">
              <a:buFont typeface="Wingdings" panose="05000000000000000000" pitchFamily="2" charset="2"/>
              <a:buChar char="§"/>
            </a:pPr>
            <a:r>
              <a:rPr lang="en-US" dirty="0"/>
              <a:t>Understand what the customer needs and define the initial vision.</a:t>
            </a:r>
          </a:p>
          <a:p>
            <a:pPr marL="285750" indent="-285750">
              <a:buFont typeface="Wingdings" panose="05000000000000000000" pitchFamily="2" charset="2"/>
              <a:buChar char="§"/>
            </a:pPr>
            <a:r>
              <a:rPr lang="en-US" dirty="0"/>
              <a:t>Identify high-level requirements</a:t>
            </a:r>
          </a:p>
          <a:p>
            <a:pPr marL="285750" indent="-285750">
              <a:buFont typeface="Wingdings" panose="05000000000000000000" pitchFamily="2" charset="2"/>
              <a:buChar char="§"/>
            </a:pPr>
            <a:r>
              <a:rPr lang="en-US" dirty="0"/>
              <a:t>Create the initial product backlog</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idx="56"/>
          </p:nvPr>
        </p:nvSpPr>
        <p:spPr>
          <a:xfrm>
            <a:off x="4706499" y="2547741"/>
            <a:ext cx="3291840" cy="2651760"/>
          </a:xfrm>
        </p:spPr>
        <p:txBody>
          <a:bodyPr>
            <a:normAutofit lnSpcReduction="10000"/>
          </a:bodyPr>
          <a:lstStyle/>
          <a:p>
            <a:r>
              <a:rPr lang="en-US" dirty="0"/>
              <a:t>Decide </a:t>
            </a:r>
            <a:r>
              <a:rPr lang="en-US" i="1" dirty="0"/>
              <a:t>how</a:t>
            </a:r>
            <a:r>
              <a:rPr lang="en-US" dirty="0"/>
              <a:t> the team will build the solution.</a:t>
            </a:r>
          </a:p>
          <a:p>
            <a:pPr marL="285750" indent="-285750">
              <a:buFont typeface="Wingdings" panose="05000000000000000000" pitchFamily="2" charset="2"/>
              <a:buChar char="§"/>
            </a:pPr>
            <a:r>
              <a:rPr lang="en-US" dirty="0"/>
              <a:t>Design should be just enough to start development</a:t>
            </a:r>
          </a:p>
          <a:p>
            <a:pPr marL="285750" indent="-285750">
              <a:buFont typeface="Wingdings" panose="05000000000000000000" pitchFamily="2" charset="2"/>
              <a:buChar char="§"/>
            </a:pPr>
            <a:r>
              <a:rPr lang="en-US" dirty="0"/>
              <a:t>Create the acceptance criteria</a:t>
            </a:r>
          </a:p>
          <a:p>
            <a:pPr marL="285750" indent="-285750">
              <a:buFont typeface="Wingdings" panose="05000000000000000000" pitchFamily="2" charset="2"/>
              <a:buChar char="§"/>
            </a:pPr>
            <a:r>
              <a:rPr lang="en-US" dirty="0"/>
              <a:t>The design evolves with the project</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7</a:t>
            </a:fld>
            <a:endParaRPr lang="en-US" altLang="zh-CN" noProof="0" dirty="0"/>
          </a:p>
        </p:txBody>
      </p:sp>
      <p:sp>
        <p:nvSpPr>
          <p:cNvPr id="3" name="TextBox 2">
            <a:extLst>
              <a:ext uri="{FF2B5EF4-FFF2-40B4-BE49-F238E27FC236}">
                <a16:creationId xmlns:a16="http://schemas.microsoft.com/office/drawing/2014/main" id="{F8EAB87F-2B66-2C35-FAB5-819B1EECBBE4}"/>
              </a:ext>
            </a:extLst>
          </p:cNvPr>
          <p:cNvSpPr txBox="1"/>
          <p:nvPr/>
        </p:nvSpPr>
        <p:spPr>
          <a:xfrm>
            <a:off x="1422399" y="1881535"/>
            <a:ext cx="659746" cy="523220"/>
          </a:xfrm>
          <a:prstGeom prst="rect">
            <a:avLst/>
          </a:prstGeom>
        </p:spPr>
        <p:txBody>
          <a:bodyPr wrap="square" rtlCol="0">
            <a:spAutoFit/>
          </a:bodyPr>
          <a:lstStyle/>
          <a:p>
            <a:pPr marL="0" indent="0" algn="ctr">
              <a:lnSpc>
                <a:spcPct val="100000"/>
              </a:lnSpc>
              <a:spcBef>
                <a:spcPts val="0"/>
              </a:spcBef>
              <a:buFontTx/>
              <a:buNone/>
            </a:pPr>
            <a:r>
              <a:rPr lang="en-US" sz="2800" dirty="0">
                <a:solidFill>
                  <a:prstClr val="white"/>
                </a:solidFill>
                <a:latin typeface="Posterama" panose="020B0504020200020000" pitchFamily="34" charset="0"/>
                <a:ea typeface="微软雅黑"/>
                <a:cs typeface="Posterama" panose="020B0504020200020000" pitchFamily="34" charset="0"/>
              </a:rPr>
              <a:t>1</a:t>
            </a:r>
          </a:p>
        </p:txBody>
      </p:sp>
      <p:sp>
        <p:nvSpPr>
          <p:cNvPr id="4" name="TextBox 3">
            <a:extLst>
              <a:ext uri="{FF2B5EF4-FFF2-40B4-BE49-F238E27FC236}">
                <a16:creationId xmlns:a16="http://schemas.microsoft.com/office/drawing/2014/main" id="{D4F643F0-5A5A-A6E0-5281-2B2D556C48DD}"/>
              </a:ext>
            </a:extLst>
          </p:cNvPr>
          <p:cNvSpPr txBox="1"/>
          <p:nvPr/>
        </p:nvSpPr>
        <p:spPr>
          <a:xfrm>
            <a:off x="5476723" y="1881535"/>
            <a:ext cx="464457" cy="523220"/>
          </a:xfrm>
          <a:prstGeom prst="rect">
            <a:avLst/>
          </a:prstGeom>
        </p:spPr>
        <p:txBody>
          <a:bodyPr wrap="square" rtlCol="0">
            <a:spAutoFit/>
          </a:bodyPr>
          <a:lstStyle/>
          <a:p>
            <a:pPr marL="0" indent="0" algn="ctr">
              <a:lnSpc>
                <a:spcPct val="100000"/>
              </a:lnSpc>
              <a:spcBef>
                <a:spcPts val="0"/>
              </a:spcBef>
              <a:buFontTx/>
              <a:buNone/>
            </a:pPr>
            <a:r>
              <a:rPr lang="en-US" sz="2800" dirty="0">
                <a:solidFill>
                  <a:prstClr val="white"/>
                </a:solidFill>
                <a:latin typeface="Posterama" panose="020B0504020200020000" pitchFamily="34" charset="0"/>
                <a:ea typeface="微软雅黑"/>
                <a:cs typeface="Posterama" panose="020B0504020200020000" pitchFamily="34" charset="0"/>
              </a:rPr>
              <a:t>2</a:t>
            </a:r>
          </a:p>
        </p:txBody>
      </p:sp>
    </p:spTree>
    <p:extLst>
      <p:ext uri="{BB962C8B-B14F-4D97-AF65-F5344CB8AC3E}">
        <p14:creationId xmlns:p14="http://schemas.microsoft.com/office/powerpoint/2010/main" val="418214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749905" y="367694"/>
            <a:ext cx="3931920" cy="628469"/>
          </a:xfrm>
        </p:spPr>
        <p:txBody>
          <a:bodyPr anchor="b" anchorCtr="0"/>
          <a:lstStyle/>
          <a:p>
            <a:r>
              <a:rPr lang="en-US" dirty="0"/>
              <a:t>Development</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609600" y="1696446"/>
            <a:ext cx="3931920" cy="2651760"/>
          </a:xfrm>
        </p:spPr>
        <p:txBody>
          <a:bodyPr/>
          <a:lstStyle/>
          <a:p>
            <a:r>
              <a:rPr lang="en-US" dirty="0"/>
              <a:t>Developers construct and write code.</a:t>
            </a:r>
          </a:p>
          <a:p>
            <a:r>
              <a:rPr lang="en-US" dirty="0"/>
              <a:t>Construct the features outlined in the user stories.</a:t>
            </a:r>
          </a:p>
          <a:p>
            <a:r>
              <a:rPr lang="en-US" dirty="0"/>
              <a:t>Collaborate with testers to define test cases.</a:t>
            </a: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pic>
        <p:nvPicPr>
          <p:cNvPr id="7" name="Picture Placeholder 6" descr="Blog outline">
            <a:extLst>
              <a:ext uri="{FF2B5EF4-FFF2-40B4-BE49-F238E27FC236}">
                <a16:creationId xmlns:a16="http://schemas.microsoft.com/office/drawing/2014/main" id="{84B0A3BA-F35E-FA97-318E-F83C963701BA}"/>
              </a:ext>
            </a:extLst>
          </p:cNvPr>
          <p:cNvPicPr>
            <a:picLocks noGrp="1" noChangeAspect="1"/>
          </p:cNvPicPr>
          <p:nvPr>
            <p:ph type="pic" sz="quarter" idx="54"/>
          </p:nvPr>
        </p:nvPicPr>
        <p:blipFill>
          <a:blip>
            <a:extLst>
              <a:ext uri="{96DAC541-7B7A-43D3-8B79-37D633B846F1}">
                <asvg:svgBlip xmlns:asvg="http://schemas.microsoft.com/office/drawing/2016/SVG/main" r:embed="rId3"/>
              </a:ext>
            </a:extLst>
          </a:blip>
          <a:srcRect l="2998" r="2998"/>
          <a:stretch>
            <a:fillRect/>
          </a:stretch>
        </p:blipFill>
        <p:spPr>
          <a:xfrm>
            <a:off x="290286" y="3835674"/>
            <a:ext cx="3164114" cy="3365829"/>
          </a:xfrm>
        </p:spPr>
      </p:pic>
      <p:sp>
        <p:nvSpPr>
          <p:cNvPr id="8" name="TextBox 7">
            <a:extLst>
              <a:ext uri="{FF2B5EF4-FFF2-40B4-BE49-F238E27FC236}">
                <a16:creationId xmlns:a16="http://schemas.microsoft.com/office/drawing/2014/main" id="{3C62E1AE-5174-27A0-6A6C-3B53E03B0A92}"/>
              </a:ext>
            </a:extLst>
          </p:cNvPr>
          <p:cNvSpPr txBox="1"/>
          <p:nvPr/>
        </p:nvSpPr>
        <p:spPr>
          <a:xfrm>
            <a:off x="8401080" y="535995"/>
            <a:ext cx="1829347" cy="646331"/>
          </a:xfrm>
          <a:prstGeom prst="rect">
            <a:avLst/>
          </a:prstGeom>
        </p:spPr>
        <p:txBody>
          <a:bodyPr wrap="none" rtlCol="0">
            <a:spAutoFit/>
          </a:bodyPr>
          <a:lstStyle/>
          <a:p>
            <a:pPr marL="0" indent="0" algn="ctr">
              <a:lnSpc>
                <a:spcPct val="100000"/>
              </a:lnSpc>
              <a:spcBef>
                <a:spcPts val="0"/>
              </a:spcBef>
              <a:buFontTx/>
              <a:buNone/>
            </a:pPr>
            <a:r>
              <a:rPr lang="en-US" sz="3600" b="1" dirty="0">
                <a:solidFill>
                  <a:prstClr val="white"/>
                </a:solidFill>
                <a:latin typeface="Posterama (Headings)"/>
                <a:ea typeface="微软雅黑"/>
                <a:cs typeface="Posterama" panose="020B0504020200020000" pitchFamily="34" charset="0"/>
              </a:rPr>
              <a:t>Testing</a:t>
            </a:r>
          </a:p>
        </p:txBody>
      </p:sp>
      <p:sp>
        <p:nvSpPr>
          <p:cNvPr id="10" name="TextBox 9">
            <a:extLst>
              <a:ext uri="{FF2B5EF4-FFF2-40B4-BE49-F238E27FC236}">
                <a16:creationId xmlns:a16="http://schemas.microsoft.com/office/drawing/2014/main" id="{EFB90635-5AC1-E1FE-1D35-3092DA174A7C}"/>
              </a:ext>
            </a:extLst>
          </p:cNvPr>
          <p:cNvSpPr txBox="1"/>
          <p:nvPr/>
        </p:nvSpPr>
        <p:spPr>
          <a:xfrm>
            <a:off x="609600" y="994188"/>
            <a:ext cx="3773366" cy="646331"/>
          </a:xfrm>
          <a:prstGeom prst="rect">
            <a:avLst/>
          </a:prstGeom>
        </p:spPr>
        <p:txBody>
          <a:bodyPr wrap="square" rtlCol="0">
            <a:spAutoFit/>
          </a:bodyPr>
          <a:lstStyle/>
          <a:p>
            <a:pPr algn="ctr"/>
            <a:r>
              <a:rPr lang="en-US" dirty="0">
                <a:solidFill>
                  <a:schemeClr val="bg1"/>
                </a:solidFill>
              </a:rPr>
              <a:t>Turn user stories into working software</a:t>
            </a:r>
            <a:r>
              <a:rPr lang="en-US" sz="1600" dirty="0"/>
              <a:t>.</a:t>
            </a:r>
            <a:endParaRPr lang="en-US" sz="1600" dirty="0">
              <a:solidFill>
                <a:prstClr val="white"/>
              </a:solidFill>
              <a:latin typeface="Posterama" panose="020B0504020200020000" pitchFamily="34" charset="0"/>
              <a:ea typeface="微软雅黑"/>
              <a:cs typeface="Posterama" panose="020B0504020200020000" pitchFamily="34" charset="0"/>
            </a:endParaRPr>
          </a:p>
        </p:txBody>
      </p:sp>
      <p:sp>
        <p:nvSpPr>
          <p:cNvPr id="11" name="TextBox 10">
            <a:extLst>
              <a:ext uri="{FF2B5EF4-FFF2-40B4-BE49-F238E27FC236}">
                <a16:creationId xmlns:a16="http://schemas.microsoft.com/office/drawing/2014/main" id="{8DC14AA5-D2A0-7B94-770C-0B424A24562F}"/>
              </a:ext>
            </a:extLst>
          </p:cNvPr>
          <p:cNvSpPr txBox="1"/>
          <p:nvPr/>
        </p:nvSpPr>
        <p:spPr>
          <a:xfrm>
            <a:off x="7499359" y="1585309"/>
            <a:ext cx="4083041" cy="646331"/>
          </a:xfrm>
          <a:prstGeom prst="rect">
            <a:avLst/>
          </a:prstGeom>
        </p:spPr>
        <p:txBody>
          <a:bodyPr wrap="none" rtlCol="0">
            <a:spAutoFit/>
          </a:bodyPr>
          <a:lstStyle/>
          <a:p>
            <a:pPr algn="ctr"/>
            <a:r>
              <a:rPr lang="en-US" dirty="0">
                <a:solidFill>
                  <a:schemeClr val="bg1"/>
                </a:solidFill>
              </a:rPr>
              <a:t>Ensure the increment works, </a:t>
            </a:r>
          </a:p>
          <a:p>
            <a:pPr algn="ctr"/>
            <a:r>
              <a:rPr lang="en-US" dirty="0">
                <a:solidFill>
                  <a:schemeClr val="bg1"/>
                </a:solidFill>
              </a:rPr>
              <a:t>meets requirements and is high quality.</a:t>
            </a:r>
            <a:endParaRPr lang="en-US" sz="1800" dirty="0">
              <a:solidFill>
                <a:schemeClr val="bg1"/>
              </a:solidFill>
              <a:latin typeface="Posterama" panose="020B0504020200020000" pitchFamily="34" charset="0"/>
              <a:ea typeface="微软雅黑"/>
              <a:cs typeface="Posterama" panose="020B0504020200020000" pitchFamily="34" charset="0"/>
            </a:endParaRPr>
          </a:p>
        </p:txBody>
      </p:sp>
      <p:sp>
        <p:nvSpPr>
          <p:cNvPr id="14" name="TextBox 13">
            <a:extLst>
              <a:ext uri="{FF2B5EF4-FFF2-40B4-BE49-F238E27FC236}">
                <a16:creationId xmlns:a16="http://schemas.microsoft.com/office/drawing/2014/main" id="{58B70C50-6E31-0788-512F-F8A61B97B1DB}"/>
              </a:ext>
            </a:extLst>
          </p:cNvPr>
          <p:cNvSpPr txBox="1"/>
          <p:nvPr/>
        </p:nvSpPr>
        <p:spPr>
          <a:xfrm>
            <a:off x="7557105" y="2634623"/>
            <a:ext cx="4957803" cy="1427827"/>
          </a:xfrm>
          <a:prstGeom prst="rect">
            <a:avLst/>
          </a:prstGeom>
        </p:spPr>
        <p:txBody>
          <a:bodyPr wrap="square" rtlCol="0">
            <a:spAutoFit/>
          </a:bodyPr>
          <a:lstStyle/>
          <a:p>
            <a:pPr marL="285750" indent="-285750">
              <a:lnSpc>
                <a:spcPct val="150000"/>
              </a:lnSpc>
              <a:spcBef>
                <a:spcPts val="0"/>
              </a:spcBef>
              <a:buFont typeface="Wingdings" panose="05000000000000000000" pitchFamily="2" charset="2"/>
              <a:buChar char="§"/>
            </a:pPr>
            <a:r>
              <a:rPr lang="en-US" sz="2000" dirty="0">
                <a:solidFill>
                  <a:prstClr val="white"/>
                </a:solidFill>
                <a:latin typeface="Abadi (Body)"/>
                <a:ea typeface="微软雅黑"/>
                <a:cs typeface="Posterama" panose="020B0504020200020000" pitchFamily="34" charset="0"/>
              </a:rPr>
              <a:t>Run test cases</a:t>
            </a:r>
          </a:p>
          <a:p>
            <a:pPr marL="285750" indent="-285750">
              <a:lnSpc>
                <a:spcPct val="150000"/>
              </a:lnSpc>
              <a:spcBef>
                <a:spcPts val="0"/>
              </a:spcBef>
              <a:buFont typeface="Wingdings" panose="05000000000000000000" pitchFamily="2" charset="2"/>
              <a:buChar char="§"/>
            </a:pPr>
            <a:r>
              <a:rPr lang="en-US" sz="2000" dirty="0">
                <a:solidFill>
                  <a:prstClr val="white"/>
                </a:solidFill>
                <a:latin typeface="Abadi (Body)"/>
                <a:ea typeface="微软雅黑"/>
                <a:cs typeface="Posterama" panose="020B0504020200020000" pitchFamily="34" charset="0"/>
              </a:rPr>
              <a:t>Check for bugs and edge cases</a:t>
            </a:r>
          </a:p>
          <a:p>
            <a:pPr marL="285750" indent="-285750">
              <a:lnSpc>
                <a:spcPct val="150000"/>
              </a:lnSpc>
              <a:spcBef>
                <a:spcPts val="0"/>
              </a:spcBef>
              <a:buFont typeface="Wingdings" panose="05000000000000000000" pitchFamily="2" charset="2"/>
              <a:buChar char="§"/>
            </a:pPr>
            <a:r>
              <a:rPr lang="en-US" sz="2000" dirty="0">
                <a:solidFill>
                  <a:prstClr val="white"/>
                </a:solidFill>
                <a:latin typeface="Abadi (Body)"/>
                <a:ea typeface="微软雅黑"/>
                <a:cs typeface="Posterama" panose="020B0504020200020000" pitchFamily="34" charset="0"/>
              </a:rPr>
              <a:t>Automate tests where possible</a:t>
            </a:r>
          </a:p>
        </p:txBody>
      </p:sp>
    </p:spTree>
    <p:extLst>
      <p:ext uri="{BB962C8B-B14F-4D97-AF65-F5344CB8AC3E}">
        <p14:creationId xmlns:p14="http://schemas.microsoft.com/office/powerpoint/2010/main" val="77554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581690" y="325845"/>
            <a:ext cx="7955280" cy="628469"/>
          </a:xfrm>
        </p:spPr>
        <p:txBody>
          <a:bodyPr anchor="b" anchorCtr="0"/>
          <a:lstStyle/>
          <a:p>
            <a:r>
              <a:rPr lang="en-US" dirty="0"/>
              <a:t>Deployment                   Review</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2987330" y="2125376"/>
            <a:ext cx="4572000" cy="3108960"/>
          </a:xfrm>
        </p:spPr>
        <p:txBody>
          <a:bodyPr/>
          <a:lstStyle/>
          <a:p>
            <a:r>
              <a:rPr lang="en-US" dirty="0"/>
              <a:t>At the end of each sprint the increment is demonstrated in the sprint review.</a:t>
            </a:r>
          </a:p>
          <a:p>
            <a:r>
              <a:rPr lang="en-US" dirty="0"/>
              <a:t>Documentation is updated as needed</a:t>
            </a:r>
          </a:p>
          <a:p>
            <a:r>
              <a:rPr lang="en-US" dirty="0"/>
              <a:t>If it is the final sprint, it may be released (depending on the organization)</a:t>
            </a:r>
          </a:p>
        </p:txBody>
      </p:sp>
      <p:sp>
        <p:nvSpPr>
          <p:cNvPr id="13" name="Text Placeholder 12">
            <a:extLst>
              <a:ext uri="{FF2B5EF4-FFF2-40B4-BE49-F238E27FC236}">
                <a16:creationId xmlns:a16="http://schemas.microsoft.com/office/drawing/2014/main" id="{DEB5763E-8BC0-F6C3-3814-6649A828C000}"/>
              </a:ext>
            </a:extLst>
          </p:cNvPr>
          <p:cNvSpPr>
            <a:spLocks noGrp="1"/>
          </p:cNvSpPr>
          <p:nvPr>
            <p:ph idx="1"/>
          </p:nvPr>
        </p:nvSpPr>
        <p:spPr>
          <a:xfrm>
            <a:off x="8176649" y="1259838"/>
            <a:ext cx="3017520" cy="727649"/>
          </a:xfrm>
        </p:spPr>
        <p:txBody>
          <a:bodyPr/>
          <a:lstStyle/>
          <a:p>
            <a:pPr algn="ctr"/>
            <a:r>
              <a:rPr lang="en-US" dirty="0"/>
              <a:t>Inspect the product and the process.</a:t>
            </a: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9</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4" name="TextBox 3">
            <a:extLst>
              <a:ext uri="{FF2B5EF4-FFF2-40B4-BE49-F238E27FC236}">
                <a16:creationId xmlns:a16="http://schemas.microsoft.com/office/drawing/2014/main" id="{33E98332-1655-50AA-4271-3CB8DFE492F6}"/>
              </a:ext>
            </a:extLst>
          </p:cNvPr>
          <p:cNvSpPr txBox="1"/>
          <p:nvPr/>
        </p:nvSpPr>
        <p:spPr>
          <a:xfrm>
            <a:off x="2678644" y="1300498"/>
            <a:ext cx="5060648" cy="646331"/>
          </a:xfrm>
          <a:prstGeom prst="rect">
            <a:avLst/>
          </a:prstGeom>
          <a:noFill/>
        </p:spPr>
        <p:txBody>
          <a:bodyPr wrap="square">
            <a:spAutoFit/>
          </a:bodyPr>
          <a:lstStyle/>
          <a:p>
            <a:pPr algn="ctr"/>
            <a:r>
              <a:rPr lang="en-US" dirty="0">
                <a:solidFill>
                  <a:schemeClr val="bg1"/>
                </a:solidFill>
              </a:rPr>
              <a:t>Deliver a potentially shippable</a:t>
            </a:r>
          </a:p>
          <a:p>
            <a:pPr algn="ctr"/>
            <a:r>
              <a:rPr lang="en-US" dirty="0">
                <a:solidFill>
                  <a:schemeClr val="bg1"/>
                </a:solidFill>
              </a:rPr>
              <a:t> product increment</a:t>
            </a:r>
            <a:r>
              <a:rPr lang="en-US" dirty="0"/>
              <a:t>.</a:t>
            </a:r>
          </a:p>
        </p:txBody>
      </p:sp>
      <p:sp>
        <p:nvSpPr>
          <p:cNvPr id="6" name="TextBox 5">
            <a:extLst>
              <a:ext uri="{FF2B5EF4-FFF2-40B4-BE49-F238E27FC236}">
                <a16:creationId xmlns:a16="http://schemas.microsoft.com/office/drawing/2014/main" id="{FEB6228C-75DC-AF5B-3228-7B8AD987557D}"/>
              </a:ext>
            </a:extLst>
          </p:cNvPr>
          <p:cNvSpPr txBox="1"/>
          <p:nvPr/>
        </p:nvSpPr>
        <p:spPr>
          <a:xfrm>
            <a:off x="7373257" y="2107661"/>
            <a:ext cx="4446642" cy="1754326"/>
          </a:xfrm>
          <a:prstGeom prst="rect">
            <a:avLst/>
          </a:prstGeom>
        </p:spPr>
        <p:txBody>
          <a:bodyPr wrap="square" rtlCol="0">
            <a:spAutoFit/>
          </a:bodyPr>
          <a:lstStyle/>
          <a:p>
            <a:pPr marL="285750" indent="-285750" algn="ctr">
              <a:buFont typeface="Arial" panose="020B0604020202020204" pitchFamily="34" charset="0"/>
              <a:buChar char="•"/>
            </a:pPr>
            <a:r>
              <a:rPr lang="en-US" dirty="0">
                <a:solidFill>
                  <a:schemeClr val="bg1"/>
                </a:solidFill>
                <a:latin typeface="Abadi (Body)"/>
              </a:rPr>
              <a:t>Stakeholders give feedback on the increment</a:t>
            </a:r>
          </a:p>
          <a:p>
            <a:pPr marL="285750" indent="-285750" algn="ctr">
              <a:lnSpc>
                <a:spcPct val="150000"/>
              </a:lnSpc>
              <a:buFont typeface="Arial" panose="020B0604020202020204" pitchFamily="34" charset="0"/>
              <a:buChar char="•"/>
            </a:pPr>
            <a:r>
              <a:rPr lang="en-US" sz="1800" dirty="0">
                <a:solidFill>
                  <a:schemeClr val="bg1"/>
                </a:solidFill>
                <a:latin typeface="Abadi (Body)"/>
                <a:ea typeface="微软雅黑"/>
                <a:cs typeface="Posterama" panose="020B0504020200020000" pitchFamily="34" charset="0"/>
              </a:rPr>
              <a:t>Iteration success and delays are analyzed by the team</a:t>
            </a:r>
          </a:p>
          <a:p>
            <a:pPr marL="285750" indent="-285750" algn="ctr">
              <a:buFont typeface="Arial" panose="020B0604020202020204" pitchFamily="34" charset="0"/>
              <a:buChar char="•"/>
            </a:pPr>
            <a:r>
              <a:rPr lang="en-US" dirty="0">
                <a:solidFill>
                  <a:schemeClr val="bg1"/>
                </a:solidFill>
                <a:latin typeface="Abadi (Body)"/>
                <a:ea typeface="微软雅黑"/>
                <a:cs typeface="Posterama" panose="020B0504020200020000" pitchFamily="34" charset="0"/>
              </a:rPr>
              <a:t>Ideas for the next faze are considered </a:t>
            </a:r>
            <a:endParaRPr lang="en-US" sz="1800" dirty="0">
              <a:solidFill>
                <a:schemeClr val="bg1"/>
              </a:solidFill>
              <a:latin typeface="Abadi (Body)"/>
              <a:ea typeface="微软雅黑"/>
              <a:cs typeface="Posterama" panose="020B0504020200020000" pitchFamily="34" charset="0"/>
            </a:endParaRPr>
          </a:p>
        </p:txBody>
      </p:sp>
    </p:spTree>
    <p:extLst>
      <p:ext uri="{BB962C8B-B14F-4D97-AF65-F5344CB8AC3E}">
        <p14:creationId xmlns:p14="http://schemas.microsoft.com/office/powerpoint/2010/main" val="2519727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41829" y="299961"/>
            <a:ext cx="3931920" cy="1257421"/>
          </a:xfrm>
        </p:spPr>
        <p:txBody>
          <a:bodyPr anchor="b" anchorCtr="0">
            <a:normAutofit/>
          </a:bodyPr>
          <a:lstStyle/>
          <a:p>
            <a:r>
              <a:rPr lang="en-US" dirty="0"/>
              <a:t>Waterfall methodology</a:t>
            </a:r>
          </a:p>
        </p:txBody>
      </p:sp>
      <p:sp>
        <p:nvSpPr>
          <p:cNvPr id="10" name="Content Placeholder 9">
            <a:extLst>
              <a:ext uri="{FF2B5EF4-FFF2-40B4-BE49-F238E27FC236}">
                <a16:creationId xmlns:a16="http://schemas.microsoft.com/office/drawing/2014/main" id="{19DA784D-F56F-1224-707E-9F882C4EB8A1}"/>
              </a:ext>
            </a:extLst>
          </p:cNvPr>
          <p:cNvSpPr>
            <a:spLocks noGrp="1"/>
          </p:cNvSpPr>
          <p:nvPr>
            <p:ph idx="1"/>
          </p:nvPr>
        </p:nvSpPr>
        <p:spPr>
          <a:xfrm>
            <a:off x="590247" y="2823511"/>
            <a:ext cx="4349447" cy="3219269"/>
          </a:xfrm>
        </p:spPr>
        <p:txBody>
          <a:bodyPr>
            <a:normAutofit/>
          </a:bodyPr>
          <a:lstStyle/>
          <a:p>
            <a:r>
              <a:rPr lang="en-US" dirty="0"/>
              <a:t>Requirements</a:t>
            </a:r>
          </a:p>
          <a:p>
            <a:r>
              <a:rPr lang="en-US" dirty="0"/>
              <a:t>Design</a:t>
            </a:r>
          </a:p>
          <a:p>
            <a:r>
              <a:rPr lang="en-US" dirty="0"/>
              <a:t>Development</a:t>
            </a:r>
          </a:p>
          <a:p>
            <a:r>
              <a:rPr lang="en-US" dirty="0"/>
              <a:t>Testing</a:t>
            </a:r>
          </a:p>
          <a:p>
            <a:r>
              <a:rPr lang="en-US" dirty="0"/>
              <a:t>Maintenance</a:t>
            </a:r>
          </a:p>
        </p:txBody>
      </p:sp>
      <p:pic>
        <p:nvPicPr>
          <p:cNvPr id="7" name="Content Placeholder 6">
            <a:extLst>
              <a:ext uri="{FF2B5EF4-FFF2-40B4-BE49-F238E27FC236}">
                <a16:creationId xmlns:a16="http://schemas.microsoft.com/office/drawing/2014/main" id="{E627B8F4-4A3C-521B-3F15-0572D404D278}"/>
              </a:ext>
            </a:extLst>
          </p:cNvPr>
          <p:cNvPicPr>
            <a:picLocks noGrp="1" noChangeAspect="1"/>
          </p:cNvPicPr>
          <p:nvPr>
            <p:ph type="pic" sz="quarter" idx="54"/>
          </p:nvPr>
        </p:nvPicPr>
        <p:blipFill>
          <a:blip r:embed="rId2"/>
          <a:srcRect l="20107" r="19955" b="-3"/>
          <a:stretch>
            <a:fillRect/>
          </a:stretch>
        </p:blipFill>
        <p:spPr>
          <a:xfrm>
            <a:off x="4649411" y="-1202841"/>
            <a:ext cx="7170058" cy="7785886"/>
          </a:xfrm>
          <a:prstGeom prst="rect">
            <a:avLst/>
          </a:prstGeom>
          <a:noFill/>
        </p:spPr>
      </p:pic>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53"/>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10</a:t>
            </a:fld>
            <a:endParaRPr lang="en-US"/>
          </a:p>
        </p:txBody>
      </p:sp>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6710510" y="2016579"/>
            <a:ext cx="4441188" cy="2775857"/>
          </a:xfrm>
        </p:spPr>
        <p:txBody>
          <a:bodyPr>
            <a:normAutofit fontScale="90000"/>
          </a:bodyPr>
          <a:lstStyle/>
          <a:p>
            <a:r>
              <a:rPr lang="en-US" dirty="0"/>
              <a:t>Facts to consider when choosing development style</a:t>
            </a:r>
          </a:p>
        </p:txBody>
      </p:sp>
      <p:pic>
        <p:nvPicPr>
          <p:cNvPr id="5" name="Picture Placeholder 4" descr="A person looking at a person who is looking at a computer screen">
            <a:extLst>
              <a:ext uri="{FF2B5EF4-FFF2-40B4-BE49-F238E27FC236}">
                <a16:creationId xmlns:a16="http://schemas.microsoft.com/office/drawing/2014/main" id="{867EED95-1785-2CFF-AB72-C7852C4B1E15}"/>
              </a:ext>
            </a:extLst>
          </p:cNvPr>
          <p:cNvPicPr>
            <a:picLocks noGrp="1" noChangeAspect="1"/>
          </p:cNvPicPr>
          <p:nvPr>
            <p:ph type="pic" sz="quarter" idx="48"/>
          </p:nvPr>
        </p:nvPicPr>
        <p:blipFill>
          <a:blip r:embed="rId2"/>
          <a:srcRect t="11651" b="11651"/>
          <a:stretch/>
        </p:blipFill>
        <p:spPr>
          <a:xfrm>
            <a:off x="914400" y="539496"/>
            <a:ext cx="5025207" cy="5779008"/>
          </a:xfrm>
        </p:spPr>
      </p:pic>
    </p:spTree>
    <p:extLst>
      <p:ext uri="{BB962C8B-B14F-4D97-AF65-F5344CB8AC3E}">
        <p14:creationId xmlns:p14="http://schemas.microsoft.com/office/powerpoint/2010/main" val="1148227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1780418" y="605730"/>
            <a:ext cx="8466668" cy="1737360"/>
          </a:xfrm>
        </p:spPr>
        <p:txBody>
          <a:bodyPr anchor="t" anchorCtr="0">
            <a:normAutofit/>
          </a:bodyPr>
          <a:lstStyle/>
          <a:p>
            <a:r>
              <a:rPr lang="en-US" dirty="0"/>
              <a:t>Waterfall              vs                  Agile</a:t>
            </a:r>
          </a:p>
        </p:txBody>
      </p:sp>
      <p:pic>
        <p:nvPicPr>
          <p:cNvPr id="5" name="Content Placeholder 4" descr="Vlog outline">
            <a:extLst>
              <a:ext uri="{FF2B5EF4-FFF2-40B4-BE49-F238E27FC236}">
                <a16:creationId xmlns:a16="http://schemas.microsoft.com/office/drawing/2014/main" id="{138DAF4B-5E61-F473-158C-EE18DC145119}"/>
              </a:ext>
            </a:extLst>
          </p:cNvPr>
          <p:cNvPicPr>
            <a:picLocks noGrp="1" noChangeAspect="1"/>
          </p:cNvPicPr>
          <p:nvPr>
            <p:ph idx="30"/>
          </p:nvPr>
        </p:nvPicPr>
        <p:blipFill>
          <a:blip>
            <a:extLst>
              <a:ext uri="{96DAC541-7B7A-43D3-8B79-37D633B846F1}">
                <asvg:svgBlip xmlns:asvg="http://schemas.microsoft.com/office/drawing/2016/SVG/main" r:embed="rId2"/>
              </a:ext>
            </a:extLst>
          </a:blip>
          <a:stretch>
            <a:fillRect/>
          </a:stretch>
        </p:blipFill>
        <p:spPr>
          <a:xfrm>
            <a:off x="6724952" y="4055269"/>
            <a:ext cx="2802731" cy="2802731"/>
          </a:xfrm>
        </p:spPr>
      </p:pic>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29"/>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12</a:t>
            </a:fld>
            <a:endParaRPr lang="en-US"/>
          </a:p>
        </p:txBody>
      </p:sp>
      <p:pic>
        <p:nvPicPr>
          <p:cNvPr id="9" name="Content Placeholder 8" descr="Acquisition outline">
            <a:extLst>
              <a:ext uri="{FF2B5EF4-FFF2-40B4-BE49-F238E27FC236}">
                <a16:creationId xmlns:a16="http://schemas.microsoft.com/office/drawing/2014/main" id="{A39CEA63-AC0F-B743-919D-22B8A38088CD}"/>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2186666" y="4351053"/>
            <a:ext cx="2211161" cy="2211161"/>
          </a:xfrm>
        </p:spPr>
      </p:pic>
      <p:sp>
        <p:nvSpPr>
          <p:cNvPr id="10" name="TextBox 9">
            <a:extLst>
              <a:ext uri="{FF2B5EF4-FFF2-40B4-BE49-F238E27FC236}">
                <a16:creationId xmlns:a16="http://schemas.microsoft.com/office/drawing/2014/main" id="{4EDA0FC5-960D-D5FA-4434-C6AB320858D4}"/>
              </a:ext>
            </a:extLst>
          </p:cNvPr>
          <p:cNvSpPr txBox="1"/>
          <p:nvPr/>
        </p:nvSpPr>
        <p:spPr>
          <a:xfrm>
            <a:off x="354832" y="1904229"/>
            <a:ext cx="5658920" cy="2125967"/>
          </a:xfrm>
          <a:prstGeom prst="rect">
            <a:avLst/>
          </a:prstGeom>
        </p:spPr>
        <p:txBody>
          <a:bodyPr wrap="none" rtlCol="0">
            <a:spAutoFit/>
          </a:bodyPr>
          <a:lstStyle/>
          <a:p>
            <a:pPr marL="285750" indent="-285750">
              <a:lnSpc>
                <a:spcPct val="150000"/>
              </a:lnSpc>
              <a:spcBef>
                <a:spcPts val="0"/>
              </a:spcBef>
              <a:buFont typeface="Wingdings" panose="05000000000000000000" pitchFamily="2" charset="2"/>
              <a:buChar char="q"/>
            </a:pPr>
            <a:r>
              <a:rPr lang="en-US" sz="1800" dirty="0">
                <a:solidFill>
                  <a:prstClr val="white"/>
                </a:solidFill>
                <a:latin typeface="Posterama" panose="020B0504020200020000" pitchFamily="34" charset="0"/>
                <a:ea typeface="微软雅黑"/>
                <a:cs typeface="Posterama" panose="020B0504020200020000" pitchFamily="34" charset="0"/>
              </a:rPr>
              <a:t>Requirements are pinpointed form the start</a:t>
            </a:r>
          </a:p>
          <a:p>
            <a:pPr marL="285750" indent="-285750">
              <a:lnSpc>
                <a:spcPct val="150000"/>
              </a:lnSpc>
              <a:spcBef>
                <a:spcPts val="0"/>
              </a:spcBef>
              <a:buFont typeface="Wingdings" panose="05000000000000000000" pitchFamily="2" charset="2"/>
              <a:buChar char="q"/>
            </a:pPr>
            <a:r>
              <a:rPr lang="en-US" dirty="0">
                <a:solidFill>
                  <a:prstClr val="white"/>
                </a:solidFill>
                <a:latin typeface="Posterama" panose="020B0504020200020000" pitchFamily="34" charset="0"/>
                <a:ea typeface="微软雅黑"/>
                <a:cs typeface="Posterama" panose="020B0504020200020000" pitchFamily="34" charset="0"/>
              </a:rPr>
              <a:t>The approach is linear and sequential</a:t>
            </a:r>
          </a:p>
          <a:p>
            <a:pPr marL="285750" indent="-285750">
              <a:lnSpc>
                <a:spcPct val="150000"/>
              </a:lnSpc>
              <a:spcBef>
                <a:spcPts val="0"/>
              </a:spcBef>
              <a:buFont typeface="Wingdings" panose="05000000000000000000" pitchFamily="2" charset="2"/>
              <a:buChar char="q"/>
            </a:pPr>
            <a:r>
              <a:rPr lang="en-US" sz="1800" dirty="0">
                <a:solidFill>
                  <a:prstClr val="white"/>
                </a:solidFill>
                <a:latin typeface="Posterama" panose="020B0504020200020000" pitchFamily="34" charset="0"/>
                <a:ea typeface="微软雅黑"/>
                <a:cs typeface="Posterama" panose="020B0504020200020000" pitchFamily="34" charset="0"/>
              </a:rPr>
              <a:t>Flexibility is very low</a:t>
            </a:r>
          </a:p>
          <a:p>
            <a:pPr marL="285750" indent="-285750">
              <a:lnSpc>
                <a:spcPct val="150000"/>
              </a:lnSpc>
              <a:spcBef>
                <a:spcPts val="0"/>
              </a:spcBef>
              <a:buFont typeface="Wingdings" panose="05000000000000000000" pitchFamily="2" charset="2"/>
              <a:buChar char="q"/>
            </a:pPr>
            <a:r>
              <a:rPr lang="en-US" dirty="0">
                <a:solidFill>
                  <a:prstClr val="white"/>
                </a:solidFill>
                <a:latin typeface="Posterama" panose="020B0504020200020000" pitchFamily="34" charset="0"/>
                <a:ea typeface="微软雅黑"/>
                <a:cs typeface="Posterama" panose="020B0504020200020000" pitchFamily="34" charset="0"/>
              </a:rPr>
              <a:t>Once a phase is complete there is no going back</a:t>
            </a:r>
          </a:p>
          <a:p>
            <a:pPr marL="285750" indent="-285750">
              <a:lnSpc>
                <a:spcPct val="150000"/>
              </a:lnSpc>
              <a:spcBef>
                <a:spcPts val="0"/>
              </a:spcBef>
              <a:buFont typeface="Wingdings" panose="05000000000000000000" pitchFamily="2" charset="2"/>
              <a:buChar char="q"/>
            </a:pPr>
            <a:r>
              <a:rPr lang="en-US" sz="1800" dirty="0">
                <a:solidFill>
                  <a:prstClr val="white"/>
                </a:solidFill>
                <a:latin typeface="Posterama" panose="020B0504020200020000" pitchFamily="34" charset="0"/>
                <a:ea typeface="微软雅黑"/>
                <a:cs typeface="Posterama" panose="020B0504020200020000" pitchFamily="34" charset="0"/>
              </a:rPr>
              <a:t>Documentation is heavily detailed</a:t>
            </a:r>
          </a:p>
        </p:txBody>
      </p:sp>
      <p:sp>
        <p:nvSpPr>
          <p:cNvPr id="11" name="TextBox 10">
            <a:extLst>
              <a:ext uri="{FF2B5EF4-FFF2-40B4-BE49-F238E27FC236}">
                <a16:creationId xmlns:a16="http://schemas.microsoft.com/office/drawing/2014/main" id="{84A91D5B-940F-8FBA-F65C-418D72B3CA42}"/>
              </a:ext>
            </a:extLst>
          </p:cNvPr>
          <p:cNvSpPr txBox="1"/>
          <p:nvPr/>
        </p:nvSpPr>
        <p:spPr>
          <a:xfrm>
            <a:off x="6275902" y="1904229"/>
            <a:ext cx="5147563" cy="2446824"/>
          </a:xfrm>
          <a:prstGeom prst="rect">
            <a:avLst/>
          </a:prstGeom>
        </p:spPr>
        <p:txBody>
          <a:bodyPr wrap="none" rtlCol="0">
            <a:spAutoFit/>
          </a:bodyPr>
          <a:lstStyle/>
          <a:p>
            <a:pPr marL="285750" indent="-285750">
              <a:lnSpc>
                <a:spcPct val="150000"/>
              </a:lnSpc>
              <a:spcBef>
                <a:spcPts val="0"/>
              </a:spcBef>
              <a:buFont typeface="Wingdings" panose="05000000000000000000" pitchFamily="2" charset="2"/>
              <a:buChar char="q"/>
            </a:pPr>
            <a:r>
              <a:rPr lang="en-US" dirty="0">
                <a:solidFill>
                  <a:prstClr val="white"/>
                </a:solidFill>
                <a:latin typeface="Posterama" panose="020B0504020200020000" pitchFamily="34" charset="0"/>
                <a:ea typeface="微软雅黑"/>
                <a:cs typeface="Posterama" panose="020B0504020200020000" pitchFamily="34" charset="0"/>
              </a:rPr>
              <a:t>Team can adapt to changes in requirements</a:t>
            </a:r>
          </a:p>
          <a:p>
            <a:pPr marL="285750" indent="-285750">
              <a:lnSpc>
                <a:spcPct val="150000"/>
              </a:lnSpc>
              <a:spcBef>
                <a:spcPts val="0"/>
              </a:spcBef>
              <a:buFont typeface="Wingdings" panose="05000000000000000000" pitchFamily="2" charset="2"/>
              <a:buChar char="q"/>
            </a:pPr>
            <a:r>
              <a:rPr lang="en-US" sz="1800" dirty="0">
                <a:solidFill>
                  <a:prstClr val="white"/>
                </a:solidFill>
                <a:latin typeface="Posterama" panose="020B0504020200020000" pitchFamily="34" charset="0"/>
                <a:ea typeface="微软雅黑"/>
                <a:cs typeface="Posterama" panose="020B0504020200020000" pitchFamily="34" charset="0"/>
              </a:rPr>
              <a:t>Approach is iterative an</a:t>
            </a:r>
            <a:r>
              <a:rPr lang="en-US" dirty="0">
                <a:solidFill>
                  <a:prstClr val="white"/>
                </a:solidFill>
                <a:latin typeface="Posterama" panose="020B0504020200020000" pitchFamily="34" charset="0"/>
                <a:ea typeface="微软雅黑"/>
                <a:cs typeface="Posterama" panose="020B0504020200020000" pitchFamily="34" charset="0"/>
              </a:rPr>
              <a:t>d incremental</a:t>
            </a:r>
          </a:p>
          <a:p>
            <a:pPr marL="285750" indent="-285750">
              <a:lnSpc>
                <a:spcPct val="150000"/>
              </a:lnSpc>
              <a:spcBef>
                <a:spcPts val="0"/>
              </a:spcBef>
              <a:buFont typeface="Wingdings" panose="05000000000000000000" pitchFamily="2" charset="2"/>
              <a:buChar char="q"/>
            </a:pPr>
            <a:r>
              <a:rPr lang="en-US" sz="1800" dirty="0">
                <a:solidFill>
                  <a:prstClr val="white"/>
                </a:solidFill>
                <a:latin typeface="Posterama" panose="020B0504020200020000" pitchFamily="34" charset="0"/>
                <a:ea typeface="微软雅黑"/>
                <a:cs typeface="Posterama" panose="020B0504020200020000" pitchFamily="34" charset="0"/>
              </a:rPr>
              <a:t>Fle</a:t>
            </a:r>
            <a:r>
              <a:rPr lang="en-US" dirty="0">
                <a:solidFill>
                  <a:prstClr val="white"/>
                </a:solidFill>
                <a:latin typeface="Posterama" panose="020B0504020200020000" pitchFamily="34" charset="0"/>
                <a:ea typeface="微软雅黑"/>
                <a:cs typeface="Posterama" panose="020B0504020200020000" pitchFamily="34" charset="0"/>
              </a:rPr>
              <a:t>xibility is high and welcomes change</a:t>
            </a:r>
          </a:p>
          <a:p>
            <a:pPr marL="285750" indent="-285750">
              <a:lnSpc>
                <a:spcPct val="150000"/>
              </a:lnSpc>
              <a:spcBef>
                <a:spcPts val="0"/>
              </a:spcBef>
              <a:buFont typeface="Wingdings" panose="05000000000000000000" pitchFamily="2" charset="2"/>
              <a:buChar char="q"/>
            </a:pPr>
            <a:r>
              <a:rPr lang="en-US" sz="1800" dirty="0">
                <a:solidFill>
                  <a:prstClr val="white"/>
                </a:solidFill>
                <a:latin typeface="Posterama" panose="020B0504020200020000" pitchFamily="34" charset="0"/>
                <a:ea typeface="微软雅黑"/>
                <a:cs typeface="Posterama" panose="020B0504020200020000" pitchFamily="34" charset="0"/>
              </a:rPr>
              <a:t>Phases are </a:t>
            </a:r>
            <a:r>
              <a:rPr lang="en-US" dirty="0">
                <a:solidFill>
                  <a:prstClr val="white"/>
                </a:solidFill>
                <a:latin typeface="Posterama" panose="020B0504020200020000" pitchFamily="34" charset="0"/>
                <a:ea typeface="微软雅黑"/>
                <a:cs typeface="Posterama" panose="020B0504020200020000" pitchFamily="34" charset="0"/>
              </a:rPr>
              <a:t>repeated every sprint</a:t>
            </a:r>
          </a:p>
          <a:p>
            <a:pPr marL="285750" indent="-285750">
              <a:lnSpc>
                <a:spcPct val="150000"/>
              </a:lnSpc>
              <a:spcBef>
                <a:spcPts val="0"/>
              </a:spcBef>
              <a:buFont typeface="Wingdings" panose="05000000000000000000" pitchFamily="2" charset="2"/>
              <a:buChar char="q"/>
            </a:pPr>
            <a:r>
              <a:rPr lang="en-US" dirty="0">
                <a:solidFill>
                  <a:prstClr val="white"/>
                </a:solidFill>
                <a:latin typeface="Posterama" panose="020B0504020200020000" pitchFamily="34" charset="0"/>
                <a:ea typeface="微软雅黑"/>
                <a:cs typeface="Posterama" panose="020B0504020200020000" pitchFamily="34" charset="0"/>
              </a:rPr>
              <a:t>Documentation is lightweight and evolving</a:t>
            </a:r>
          </a:p>
          <a:p>
            <a:pPr marL="285750" indent="-285750" algn="ctr">
              <a:lnSpc>
                <a:spcPct val="100000"/>
              </a:lnSpc>
              <a:spcBef>
                <a:spcPts val="0"/>
              </a:spcBef>
              <a:buFont typeface="Wingdings" panose="05000000000000000000" pitchFamily="2" charset="2"/>
              <a:buChar char="q"/>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604630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314477"/>
            <a:ext cx="5394960" cy="1131630"/>
          </a:xfrm>
        </p:spPr>
        <p:txBody>
          <a:bodyPr/>
          <a:lstStyle/>
          <a:p>
            <a:r>
              <a:rPr lang="en-US" dirty="0"/>
              <a:t>Fin</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4436534" y="1615924"/>
            <a:ext cx="7446312" cy="3449562"/>
          </a:xfrm>
        </p:spPr>
        <p:txBody>
          <a:bodyPr>
            <a:normAutofit fontScale="92500" lnSpcReduction="20000"/>
          </a:bodyPr>
          <a:lstStyle/>
          <a:p>
            <a:r>
              <a:rPr lang="en-US" dirty="0"/>
              <a:t>References </a:t>
            </a:r>
          </a:p>
          <a:p>
            <a:r>
              <a:rPr lang="en-US" dirty="0"/>
              <a:t>Charles G. Cobb. (2015). </a:t>
            </a:r>
            <a:r>
              <a:rPr lang="en-US" i="1" dirty="0"/>
              <a:t>The Project Manager’s Guide to Mastering Agile : Principles and Practices for an Adaptive Approach</a:t>
            </a:r>
            <a:r>
              <a:rPr lang="en-US" dirty="0"/>
              <a:t>. Wiley. </a:t>
            </a:r>
          </a:p>
          <a:p>
            <a:endParaRPr lang="en-US" dirty="0"/>
          </a:p>
          <a:p>
            <a:r>
              <a:rPr lang="en-US" b="1" dirty="0"/>
              <a:t>Clean Agile: Back to Basics</a:t>
            </a:r>
          </a:p>
          <a:p>
            <a:r>
              <a:rPr lang="en-US" dirty="0"/>
              <a:t>By </a:t>
            </a:r>
            <a:r>
              <a:rPr lang="en-US" b="1" dirty="0">
                <a:hlinkClick r:id="rId3"/>
              </a:rPr>
              <a:t>Robert C. Martin</a:t>
            </a:r>
            <a:endParaRPr lang="en-US" b="1" dirty="0"/>
          </a:p>
          <a:p>
            <a:endParaRPr lang="en-US" b="1" dirty="0"/>
          </a:p>
          <a:p>
            <a:r>
              <a:rPr lang="en-US" b="1" i="1" dirty="0"/>
              <a:t>Agile Methodology</a:t>
            </a:r>
          </a:p>
          <a:p>
            <a:r>
              <a:rPr lang="en-US" b="1"/>
              <a:t>-Geeks </a:t>
            </a:r>
            <a:r>
              <a:rPr lang="en-US" b="1" dirty="0"/>
              <a:t>for geeks</a:t>
            </a:r>
          </a:p>
          <a:p>
            <a:endParaRPr lang="en-US" dirty="0"/>
          </a:p>
          <a:p>
            <a:endParaRPr lang="en-US" dirty="0"/>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{BEB6DF44-27E8-444B-B0B6-911695C27E9B}TF63aebcec-8e39-4664-940a-dd6c2f00c54d020a9832_win32-3cdd3ee32610</Template>
  <TotalTime>2760</TotalTime>
  <Words>671</Words>
  <Application>Microsoft Office PowerPoint</Application>
  <PresentationFormat>Widescreen</PresentationFormat>
  <Paragraphs>125</Paragraphs>
  <Slides>13</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等线</vt:lpstr>
      <vt:lpstr>Abadi</vt:lpstr>
      <vt:lpstr>Abadi (Body)</vt:lpstr>
      <vt:lpstr>Arial</vt:lpstr>
      <vt:lpstr>Calibri</vt:lpstr>
      <vt:lpstr>Posterama</vt:lpstr>
      <vt:lpstr>Posterama (Headings)</vt:lpstr>
      <vt:lpstr>Posterama Text SemiBold</vt:lpstr>
      <vt:lpstr>Wingdings</vt:lpstr>
      <vt:lpstr>Custom</vt:lpstr>
      <vt:lpstr>Agile Development </vt:lpstr>
      <vt:lpstr>The various Agile Roles </vt:lpstr>
      <vt:lpstr>Scrum Master</vt:lpstr>
      <vt:lpstr>Product Owner</vt:lpstr>
      <vt:lpstr>Developers and Testers</vt:lpstr>
      <vt:lpstr>The SDLC  Software Development Lifecycle</vt:lpstr>
      <vt:lpstr>Planning                 Design </vt:lpstr>
      <vt:lpstr>Development</vt:lpstr>
      <vt:lpstr>Deployment                   Review</vt:lpstr>
      <vt:lpstr>Waterfall methodology</vt:lpstr>
      <vt:lpstr>Facts to consider when choosing development style</vt:lpstr>
      <vt:lpstr>Waterfall              vs                  Agile</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Pauna, Celeste</dc:creator>
  <cp:lastModifiedBy>Pauna, Celeste</cp:lastModifiedBy>
  <cp:revision>1</cp:revision>
  <dcterms:created xsi:type="dcterms:W3CDTF">2026-06-10T00:04:51Z</dcterms:created>
  <dcterms:modified xsi:type="dcterms:W3CDTF">2026-06-22T04:36:35Z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